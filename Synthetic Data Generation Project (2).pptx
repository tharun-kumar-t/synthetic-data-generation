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comments+xml" PartName="/ppt/comments/comment2.xml"/>
  <Override ContentType="application/vnd.openxmlformats-officedocument.presentationml.comments+xml" PartName="/ppt/comments/comment4.xml"/>
  <Override ContentType="application/vnd.openxmlformats-officedocument.presentationml.comments+xml" PartName="/ppt/comments/comment3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3" r:id="rId6"/>
    <p:sldMasterId id="2147483684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</p:sldIdLst>
  <p:sldSz cy="5143500" cx="9144000"/>
  <p:notesSz cx="6858000" cy="9144000"/>
  <p:embeddedFontLst>
    <p:embeddedFont>
      <p:font typeface="IBM Plex Sans"/>
      <p:regular r:id="rId38"/>
      <p:bold r:id="rId39"/>
      <p:italic r:id="rId40"/>
      <p:boldItalic r:id="rId41"/>
    </p:embeddedFont>
    <p:embeddedFont>
      <p:font typeface="Geo"/>
      <p:regular r:id="rId42"/>
      <p:italic r:id="rId43"/>
    </p:embeddedFont>
    <p:embeddedFont>
      <p:font typeface="Mulish"/>
      <p:regular r:id="rId44"/>
      <p:bold r:id="rId45"/>
      <p:italic r:id="rId46"/>
      <p:boldItalic r:id="rId47"/>
    </p:embeddedFont>
    <p:embeddedFont>
      <p:font typeface="Bebas Neue"/>
      <p:regular r:id="rId48"/>
    </p:embeddedFont>
    <p:embeddedFont>
      <p:font typeface="DM Sans Black"/>
      <p:bold r:id="rId49"/>
      <p:boldItalic r:id="rId50"/>
    </p:embeddedFont>
    <p:embeddedFont>
      <p:font typeface="Quicksand"/>
      <p:regular r:id="rId51"/>
      <p:bold r:id="rId52"/>
    </p:embeddedFont>
    <p:embeddedFont>
      <p:font typeface="PT Sans"/>
      <p:regular r:id="rId53"/>
      <p:bold r:id="rId54"/>
      <p:italic r:id="rId55"/>
      <p:boldItalic r:id="rId56"/>
    </p:embeddedFont>
    <p:embeddedFont>
      <p:font typeface="DM Sans"/>
      <p:regular r:id="rId57"/>
      <p:bold r:id="rId58"/>
      <p:italic r:id="rId59"/>
      <p:boldItalic r:id="rId6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ABHISHEK SINGH MAURYA"/>
  <p:cmAuthor clrIdx="1" id="1" initials="" lastIdx="3" name="Devara. Bhavana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1A50500-08D5-4677-BC20-9CE0C3DD5381}">
  <a:tblStyle styleId="{C1A50500-08D5-4677-BC20-9CE0C3DD538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B4650BED-B5E8-4C86-9DB6-6D271FE8E1A3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IBMPlexSans-italic.fntdata"/><Relationship Id="rId42" Type="http://schemas.openxmlformats.org/officeDocument/2006/relationships/font" Target="fonts/Geo-regular.fntdata"/><Relationship Id="rId41" Type="http://schemas.openxmlformats.org/officeDocument/2006/relationships/font" Target="fonts/IBMPlexSans-boldItalic.fntdata"/><Relationship Id="rId44" Type="http://schemas.openxmlformats.org/officeDocument/2006/relationships/font" Target="fonts/Mulish-regular.fntdata"/><Relationship Id="rId43" Type="http://schemas.openxmlformats.org/officeDocument/2006/relationships/font" Target="fonts/Geo-italic.fntdata"/><Relationship Id="rId46" Type="http://schemas.openxmlformats.org/officeDocument/2006/relationships/font" Target="fonts/Mulish-italic.fntdata"/><Relationship Id="rId45" Type="http://schemas.openxmlformats.org/officeDocument/2006/relationships/font" Target="fonts/Mulish-bold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1.xml"/><Relationship Id="rId48" Type="http://schemas.openxmlformats.org/officeDocument/2006/relationships/font" Target="fonts/BebasNeue-regular.fntdata"/><Relationship Id="rId47" Type="http://schemas.openxmlformats.org/officeDocument/2006/relationships/font" Target="fonts/Mulish-boldItalic.fntdata"/><Relationship Id="rId49" Type="http://schemas.openxmlformats.org/officeDocument/2006/relationships/font" Target="fonts/DMSansBlack-bold.fntdata"/><Relationship Id="rId5" Type="http://schemas.openxmlformats.org/officeDocument/2006/relationships/commentAuthors" Target="commentAuthors.xml"/><Relationship Id="rId6" Type="http://schemas.openxmlformats.org/officeDocument/2006/relationships/slideMaster" Target="slideMasters/slideMaster1.xml"/><Relationship Id="rId7" Type="http://schemas.openxmlformats.org/officeDocument/2006/relationships/slideMaster" Target="slideMasters/slideMaster2.xml"/><Relationship Id="rId8" Type="http://schemas.openxmlformats.org/officeDocument/2006/relationships/notesMaster" Target="notesMasters/notesMaster1.xml"/><Relationship Id="rId31" Type="http://schemas.openxmlformats.org/officeDocument/2006/relationships/slide" Target="slides/slide23.xml"/><Relationship Id="rId30" Type="http://schemas.openxmlformats.org/officeDocument/2006/relationships/slide" Target="slides/slide22.xml"/><Relationship Id="rId33" Type="http://schemas.openxmlformats.org/officeDocument/2006/relationships/slide" Target="slides/slide25.xml"/><Relationship Id="rId32" Type="http://schemas.openxmlformats.org/officeDocument/2006/relationships/slide" Target="slides/slide24.xml"/><Relationship Id="rId35" Type="http://schemas.openxmlformats.org/officeDocument/2006/relationships/slide" Target="slides/slide27.xml"/><Relationship Id="rId34" Type="http://schemas.openxmlformats.org/officeDocument/2006/relationships/slide" Target="slides/slide26.xml"/><Relationship Id="rId37" Type="http://schemas.openxmlformats.org/officeDocument/2006/relationships/slide" Target="slides/slide29.xml"/><Relationship Id="rId36" Type="http://schemas.openxmlformats.org/officeDocument/2006/relationships/slide" Target="slides/slide28.xml"/><Relationship Id="rId39" Type="http://schemas.openxmlformats.org/officeDocument/2006/relationships/font" Target="fonts/IBMPlexSans-bold.fntdata"/><Relationship Id="rId38" Type="http://schemas.openxmlformats.org/officeDocument/2006/relationships/font" Target="fonts/IBMPlexSans-regular.fntdata"/><Relationship Id="rId20" Type="http://schemas.openxmlformats.org/officeDocument/2006/relationships/slide" Target="slides/slide12.xml"/><Relationship Id="rId22" Type="http://schemas.openxmlformats.org/officeDocument/2006/relationships/slide" Target="slides/slide14.xml"/><Relationship Id="rId21" Type="http://schemas.openxmlformats.org/officeDocument/2006/relationships/slide" Target="slides/slide13.xml"/><Relationship Id="rId24" Type="http://schemas.openxmlformats.org/officeDocument/2006/relationships/slide" Target="slides/slide16.xml"/><Relationship Id="rId23" Type="http://schemas.openxmlformats.org/officeDocument/2006/relationships/slide" Target="slides/slide15.xml"/><Relationship Id="rId60" Type="http://schemas.openxmlformats.org/officeDocument/2006/relationships/font" Target="fonts/DMSans-boldItalic.fntdata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28" Type="http://schemas.openxmlformats.org/officeDocument/2006/relationships/slide" Target="slides/slide20.xml"/><Relationship Id="rId27" Type="http://schemas.openxmlformats.org/officeDocument/2006/relationships/slide" Target="slides/slide19.xml"/><Relationship Id="rId29" Type="http://schemas.openxmlformats.org/officeDocument/2006/relationships/slide" Target="slides/slide21.xml"/><Relationship Id="rId51" Type="http://schemas.openxmlformats.org/officeDocument/2006/relationships/font" Target="fonts/Quicksand-regular.fntdata"/><Relationship Id="rId50" Type="http://schemas.openxmlformats.org/officeDocument/2006/relationships/font" Target="fonts/DMSansBlack-boldItalic.fntdata"/><Relationship Id="rId53" Type="http://schemas.openxmlformats.org/officeDocument/2006/relationships/font" Target="fonts/PTSans-regular.fntdata"/><Relationship Id="rId52" Type="http://schemas.openxmlformats.org/officeDocument/2006/relationships/font" Target="fonts/Quicksand-bold.fntdata"/><Relationship Id="rId11" Type="http://schemas.openxmlformats.org/officeDocument/2006/relationships/slide" Target="slides/slide3.xml"/><Relationship Id="rId55" Type="http://schemas.openxmlformats.org/officeDocument/2006/relationships/font" Target="fonts/PTSans-italic.fntdata"/><Relationship Id="rId10" Type="http://schemas.openxmlformats.org/officeDocument/2006/relationships/slide" Target="slides/slide2.xml"/><Relationship Id="rId54" Type="http://schemas.openxmlformats.org/officeDocument/2006/relationships/font" Target="fonts/PTSans-bold.fntdata"/><Relationship Id="rId13" Type="http://schemas.openxmlformats.org/officeDocument/2006/relationships/slide" Target="slides/slide5.xml"/><Relationship Id="rId57" Type="http://schemas.openxmlformats.org/officeDocument/2006/relationships/font" Target="fonts/DMSans-regular.fntdata"/><Relationship Id="rId12" Type="http://schemas.openxmlformats.org/officeDocument/2006/relationships/slide" Target="slides/slide4.xml"/><Relationship Id="rId56" Type="http://schemas.openxmlformats.org/officeDocument/2006/relationships/font" Target="fonts/PTSans-boldItalic.fntdata"/><Relationship Id="rId15" Type="http://schemas.openxmlformats.org/officeDocument/2006/relationships/slide" Target="slides/slide7.xml"/><Relationship Id="rId59" Type="http://schemas.openxmlformats.org/officeDocument/2006/relationships/font" Target="fonts/DMSans-italic.fntdata"/><Relationship Id="rId14" Type="http://schemas.openxmlformats.org/officeDocument/2006/relationships/slide" Target="slides/slide6.xml"/><Relationship Id="rId58" Type="http://schemas.openxmlformats.org/officeDocument/2006/relationships/font" Target="fonts/DMSans-bold.fntdata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5-11-12T11:20:48.197">
    <p:pos x="6000" y="0"/>
    <p:text>No need of this</p:tex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1" idx="1" dt="2025-11-12T12:26:07.858">
    <p:pos x="6000" y="0"/>
    <p:text>no need for this slide, it makes this part feel like different ppt</p:text>
  </p:cm>
</p:cmLst>
</file>

<file path=ppt/comments/comment3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1" idx="2" dt="2025-11-12T12:26:24.796">
    <p:pos x="6000" y="0"/>
    <p:text>can we move this slide to dataset section?</p:text>
  </p:cm>
</p:cmLst>
</file>

<file path=ppt/comments/comment4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1" idx="3" dt="2025-11-12T10:58:22.500">
    <p:pos x="6000" y="0"/>
    <p:text>Put the demo video here !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a2a31d6b7d_1_2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3a2a31d6b7d_1_2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a2a31d6b7d_1_5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3a2a31d6b7d_1_5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a2a31d6b7d_1_8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3a2a31d6b7d_1_8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a2a31d6b7d_1_3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3a2a31d6b7d_1_3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3a2a31d6b7d_1_34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3a2a31d6b7d_1_34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3a2a31d6b7d_1_38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5" name="Google Shape;455;g3a2a31d6b7d_1_38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a2a31d6b7d_1_1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" name="Google Shape;461;g3a2a31d6b7d_1_1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3a2a31d6b7d_1_4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" name="Google Shape;472;g3a2a31d6b7d_1_4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Inhouse dataset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time</a:t>
            </a:r>
            <a:r>
              <a:rPr lang="en">
                <a:solidFill>
                  <a:schemeClr val="dk1"/>
                </a:solidFill>
              </a:rPr>
              <a:t> – Time or timestamp of each sample (used to align data).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ECG</a:t>
            </a:r>
            <a:r>
              <a:rPr lang="en">
                <a:solidFill>
                  <a:schemeClr val="dk1"/>
                </a:solidFill>
              </a:rPr>
              <a:t> – Electrocardiogram signal showing heart electrical activity.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BVP</a:t>
            </a:r>
            <a:r>
              <a:rPr lang="en">
                <a:solidFill>
                  <a:schemeClr val="dk1"/>
                </a:solidFill>
              </a:rPr>
              <a:t> – Blood Volume Pulse, shows blood flow from PPG sensor.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GSR</a:t>
            </a:r>
            <a:r>
              <a:rPr lang="en">
                <a:solidFill>
                  <a:schemeClr val="dk1"/>
                </a:solidFill>
              </a:rPr>
              <a:t> – Galvanic Skin Response, measures skin conductance changes (stress/arousal).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Resp</a:t>
            </a:r>
            <a:r>
              <a:rPr lang="en">
                <a:solidFill>
                  <a:schemeClr val="dk1"/>
                </a:solidFill>
              </a:rPr>
              <a:t> – Respiration or breathing rate pattern.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Skin_Temp</a:t>
            </a:r>
            <a:r>
              <a:rPr lang="en">
                <a:solidFill>
                  <a:schemeClr val="dk1"/>
                </a:solidFill>
              </a:rPr>
              <a:t> – Skin temperature; drops during stress, rises during relaxation.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EMG_z</a:t>
            </a:r>
            <a:r>
              <a:rPr lang="en">
                <a:solidFill>
                  <a:schemeClr val="dk1"/>
                </a:solidFill>
              </a:rPr>
              <a:t> – EMG signal from zygomatic (cheek) muscle, linked with smiling.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EMG_c</a:t>
            </a:r>
            <a:r>
              <a:rPr lang="en">
                <a:solidFill>
                  <a:schemeClr val="dk1"/>
                </a:solidFill>
              </a:rPr>
              <a:t> – EMG signal from corrugator (brow) muscle, linked with frowning.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EMG_t</a:t>
            </a:r>
            <a:r>
              <a:rPr lang="en">
                <a:solidFill>
                  <a:schemeClr val="dk1"/>
                </a:solidFill>
              </a:rPr>
              <a:t> – EMG signal from trapezius (shoulder/neck) muscle, related to tension.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valence</a:t>
            </a:r>
            <a:r>
              <a:rPr lang="en">
                <a:solidFill>
                  <a:schemeClr val="dk1"/>
                </a:solidFill>
              </a:rPr>
              <a:t> – Emotional positivity or negativity (pleasant vs unpleasant).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arousal</a:t>
            </a:r>
            <a:r>
              <a:rPr lang="en">
                <a:solidFill>
                  <a:schemeClr val="dk1"/>
                </a:solidFill>
              </a:rPr>
              <a:t> – Emotional intensity or activation (calm vs excited).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Lifesnaps dataset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id</a:t>
            </a:r>
            <a:r>
              <a:rPr lang="en">
                <a:solidFill>
                  <a:schemeClr val="dk1"/>
                </a:solidFill>
              </a:rPr>
              <a:t> – Unique identifier for each user or record.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</a:t>
            </a:r>
            <a:r>
              <a:rPr b="1" lang="en">
                <a:solidFill>
                  <a:schemeClr val="dk1"/>
                </a:solidFill>
              </a:rPr>
              <a:t>nightly_temperature</a:t>
            </a:r>
            <a:r>
              <a:rPr lang="en">
                <a:solidFill>
                  <a:schemeClr val="dk1"/>
                </a:solidFill>
              </a:rPr>
              <a:t> – Average body or skin temperature recorded during sleep.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</a:t>
            </a:r>
            <a:r>
              <a:rPr b="1" lang="en">
                <a:solidFill>
                  <a:schemeClr val="dk1"/>
                </a:solidFill>
              </a:rPr>
              <a:t>nremhr</a:t>
            </a:r>
            <a:r>
              <a:rPr lang="en">
                <a:solidFill>
                  <a:schemeClr val="dk1"/>
                </a:solidFill>
              </a:rPr>
              <a:t> – Heart rate during non-REM sleep.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</a:t>
            </a:r>
            <a:r>
              <a:rPr b="1" lang="en">
                <a:solidFill>
                  <a:schemeClr val="dk1"/>
                </a:solidFill>
              </a:rPr>
              <a:t>rmssd</a:t>
            </a:r>
            <a:r>
              <a:rPr lang="en">
                <a:solidFill>
                  <a:schemeClr val="dk1"/>
                </a:solidFill>
              </a:rPr>
              <a:t> – Root Mean Square of Successive Differences in heartbeats (heart rate variability measure).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</a:t>
            </a:r>
            <a:r>
              <a:rPr b="1" lang="en">
                <a:solidFill>
                  <a:schemeClr val="dk1"/>
                </a:solidFill>
              </a:rPr>
              <a:t>spo2</a:t>
            </a:r>
            <a:r>
              <a:rPr lang="en">
                <a:solidFill>
                  <a:schemeClr val="dk1"/>
                </a:solidFill>
              </a:rPr>
              <a:t> – Blood oxygen saturation percentage.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</a:t>
            </a:r>
            <a:r>
              <a:rPr b="1" lang="en">
                <a:solidFill>
                  <a:schemeClr val="dk1"/>
                </a:solidFill>
              </a:rPr>
              <a:t>full_sleep_breathing_rate</a:t>
            </a:r>
            <a:r>
              <a:rPr lang="en">
                <a:solidFill>
                  <a:schemeClr val="dk1"/>
                </a:solidFill>
              </a:rPr>
              <a:t> – Average breathing rate during full sleep.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</a:t>
            </a:r>
            <a:r>
              <a:rPr b="1" lang="en">
                <a:solidFill>
                  <a:schemeClr val="dk1"/>
                </a:solidFill>
              </a:rPr>
              <a:t>stress_score</a:t>
            </a:r>
            <a:r>
              <a:rPr lang="en">
                <a:solidFill>
                  <a:schemeClr val="dk1"/>
                </a:solidFill>
              </a:rPr>
              <a:t> – Computed physiological stress level score.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</a:t>
            </a:r>
            <a:r>
              <a:rPr b="1" lang="en">
                <a:solidFill>
                  <a:schemeClr val="dk1"/>
                </a:solidFill>
              </a:rPr>
              <a:t>sleep_points_percentage</a:t>
            </a:r>
            <a:r>
              <a:rPr lang="en">
                <a:solidFill>
                  <a:schemeClr val="dk1"/>
                </a:solidFill>
              </a:rPr>
              <a:t> – Percentage of sleep quality points achieved.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</a:t>
            </a:r>
            <a:r>
              <a:rPr b="1" lang="en">
                <a:solidFill>
                  <a:schemeClr val="dk1"/>
                </a:solidFill>
              </a:rPr>
              <a:t>exertion_points_percentage</a:t>
            </a:r>
            <a:r>
              <a:rPr lang="en">
                <a:solidFill>
                  <a:schemeClr val="dk1"/>
                </a:solidFill>
              </a:rPr>
              <a:t> – Daily exertion (physical effort) points percentage.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</a:t>
            </a:r>
            <a:r>
              <a:rPr b="1" lang="en">
                <a:solidFill>
                  <a:schemeClr val="dk1"/>
                </a:solidFill>
              </a:rPr>
              <a:t>responsiveness_points_percentage</a:t>
            </a:r>
            <a:r>
              <a:rPr lang="en">
                <a:solidFill>
                  <a:schemeClr val="dk1"/>
                </a:solidFill>
              </a:rPr>
              <a:t> – Recovery or responsiveness points percentage.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</a:t>
            </a:r>
            <a:r>
              <a:rPr b="1" lang="en">
                <a:solidFill>
                  <a:schemeClr val="dk1"/>
                </a:solidFill>
              </a:rPr>
              <a:t>daily_temperature_variation</a:t>
            </a:r>
            <a:r>
              <a:rPr lang="en">
                <a:solidFill>
                  <a:schemeClr val="dk1"/>
                </a:solidFill>
              </a:rPr>
              <a:t> – Change in body temperature throughout the day.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</a:t>
            </a:r>
            <a:r>
              <a:rPr b="1" lang="en">
                <a:solidFill>
                  <a:schemeClr val="dk1"/>
                </a:solidFill>
              </a:rPr>
              <a:t>calories</a:t>
            </a:r>
            <a:r>
              <a:rPr lang="en">
                <a:solidFill>
                  <a:schemeClr val="dk1"/>
                </a:solidFill>
              </a:rPr>
              <a:t> – Total calories burned.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</a:t>
            </a:r>
            <a:r>
              <a:rPr b="1" lang="en">
                <a:solidFill>
                  <a:schemeClr val="dk1"/>
                </a:solidFill>
              </a:rPr>
              <a:t>filtereddemographicvo2max</a:t>
            </a:r>
            <a:r>
              <a:rPr lang="en">
                <a:solidFill>
                  <a:schemeClr val="dk1"/>
                </a:solidFill>
              </a:rPr>
              <a:t> – Estimated VO₂ max (aerobic fitness metric) adjusted by demographics.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</a:t>
            </a:r>
            <a:r>
              <a:rPr b="1" lang="en">
                <a:solidFill>
                  <a:schemeClr val="dk1"/>
                </a:solidFill>
              </a:rPr>
              <a:t>distance</a:t>
            </a:r>
            <a:r>
              <a:rPr lang="en">
                <a:solidFill>
                  <a:schemeClr val="dk1"/>
                </a:solidFill>
              </a:rPr>
              <a:t> – Distance covered (e.g., walking/running).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</a:t>
            </a:r>
            <a:r>
              <a:rPr b="1" lang="en">
                <a:solidFill>
                  <a:schemeClr val="dk1"/>
                </a:solidFill>
              </a:rPr>
              <a:t>bpm</a:t>
            </a:r>
            <a:r>
              <a:rPr lang="en">
                <a:solidFill>
                  <a:schemeClr val="dk1"/>
                </a:solidFill>
              </a:rPr>
              <a:t> – Average heart rate in beats per minute.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</a:t>
            </a:r>
            <a:r>
              <a:rPr b="1" lang="en">
                <a:solidFill>
                  <a:schemeClr val="dk1"/>
                </a:solidFill>
              </a:rPr>
              <a:t>lightly_active_minutes</a:t>
            </a:r>
            <a:r>
              <a:rPr lang="en">
                <a:solidFill>
                  <a:schemeClr val="dk1"/>
                </a:solidFill>
              </a:rPr>
              <a:t> – Minutes spent doing light activity.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</a:t>
            </a:r>
            <a:r>
              <a:rPr b="1" lang="en">
                <a:solidFill>
                  <a:schemeClr val="dk1"/>
                </a:solidFill>
              </a:rPr>
              <a:t>moderately_active_minutes</a:t>
            </a:r>
            <a:r>
              <a:rPr lang="en">
                <a:solidFill>
                  <a:schemeClr val="dk1"/>
                </a:solidFill>
              </a:rPr>
              <a:t> – Minutes spent in moderate activity.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</a:t>
            </a:r>
            <a:r>
              <a:rPr b="1" lang="en">
                <a:solidFill>
                  <a:schemeClr val="dk1"/>
                </a:solidFill>
              </a:rPr>
              <a:t>very_active_minutes</a:t>
            </a:r>
            <a:r>
              <a:rPr lang="en">
                <a:solidFill>
                  <a:schemeClr val="dk1"/>
                </a:solidFill>
              </a:rPr>
              <a:t> – Minutes spent in vigorous activity.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</a:t>
            </a:r>
            <a:r>
              <a:rPr b="1" lang="en">
                <a:solidFill>
                  <a:schemeClr val="dk1"/>
                </a:solidFill>
              </a:rPr>
              <a:t>sedentary_minutes</a:t>
            </a:r>
            <a:r>
              <a:rPr lang="en">
                <a:solidFill>
                  <a:schemeClr val="dk1"/>
                </a:solidFill>
              </a:rPr>
              <a:t> – Minutes spent sitting or inactive.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</a:t>
            </a:r>
            <a:r>
              <a:rPr b="1" lang="en">
                <a:solidFill>
                  <a:schemeClr val="dk1"/>
                </a:solidFill>
              </a:rPr>
              <a:t>mindfulness_session</a:t>
            </a:r>
            <a:r>
              <a:rPr lang="en">
                <a:solidFill>
                  <a:schemeClr val="dk1"/>
                </a:solidFill>
              </a:rPr>
              <a:t> – Number or duration of mindfulness/meditation sessions.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</a:t>
            </a:r>
            <a:r>
              <a:rPr b="1" lang="en">
                <a:solidFill>
                  <a:schemeClr val="dk1"/>
                </a:solidFill>
              </a:rPr>
              <a:t>scl_avg</a:t>
            </a:r>
            <a:r>
              <a:rPr lang="en">
                <a:solidFill>
                  <a:schemeClr val="dk1"/>
                </a:solidFill>
              </a:rPr>
              <a:t> – Average skin conductance level (stress indicator).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</a:t>
            </a:r>
            <a:r>
              <a:rPr b="1" lang="en">
                <a:solidFill>
                  <a:schemeClr val="dk1"/>
                </a:solidFill>
              </a:rPr>
              <a:t>resting_hr</a:t>
            </a:r>
            <a:r>
              <a:rPr lang="en">
                <a:solidFill>
                  <a:schemeClr val="dk1"/>
                </a:solidFill>
              </a:rPr>
              <a:t> – Resting heart rate.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</a:t>
            </a:r>
            <a:r>
              <a:rPr b="1" lang="en">
                <a:solidFill>
                  <a:schemeClr val="dk1"/>
                </a:solidFill>
              </a:rPr>
              <a:t>sleep_duration</a:t>
            </a:r>
            <a:r>
              <a:rPr lang="en">
                <a:solidFill>
                  <a:schemeClr val="dk1"/>
                </a:solidFill>
              </a:rPr>
              <a:t> – Total sleep duration.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</a:t>
            </a:r>
            <a:r>
              <a:rPr b="1" lang="en">
                <a:solidFill>
                  <a:schemeClr val="dk1"/>
                </a:solidFill>
              </a:rPr>
              <a:t>minutestofallasleep</a:t>
            </a:r>
            <a:r>
              <a:rPr lang="en">
                <a:solidFill>
                  <a:schemeClr val="dk1"/>
                </a:solidFill>
              </a:rPr>
              <a:t> – Minutes it took to fall asleep.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</a:t>
            </a:r>
            <a:r>
              <a:rPr b="1" lang="en">
                <a:solidFill>
                  <a:schemeClr val="dk1"/>
                </a:solidFill>
              </a:rPr>
              <a:t>minutesasleep</a:t>
            </a:r>
            <a:r>
              <a:rPr lang="en">
                <a:solidFill>
                  <a:schemeClr val="dk1"/>
                </a:solidFill>
              </a:rPr>
              <a:t> – Total minutes actually asleep.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</a:t>
            </a:r>
            <a:r>
              <a:rPr b="1" lang="en">
                <a:solidFill>
                  <a:schemeClr val="dk1"/>
                </a:solidFill>
              </a:rPr>
              <a:t>minutesawake</a:t>
            </a:r>
            <a:r>
              <a:rPr lang="en">
                <a:solidFill>
                  <a:schemeClr val="dk1"/>
                </a:solidFill>
              </a:rPr>
              <a:t> – Minutes awake during the night.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</a:t>
            </a:r>
            <a:r>
              <a:rPr b="1" lang="en">
                <a:solidFill>
                  <a:schemeClr val="dk1"/>
                </a:solidFill>
              </a:rPr>
              <a:t>minutesafterwakeup</a:t>
            </a:r>
            <a:r>
              <a:rPr lang="en">
                <a:solidFill>
                  <a:schemeClr val="dk1"/>
                </a:solidFill>
              </a:rPr>
              <a:t> – Minutes spent in bed after waking up.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</a:t>
            </a:r>
            <a:r>
              <a:rPr b="1" lang="en">
                <a:solidFill>
                  <a:schemeClr val="dk1"/>
                </a:solidFill>
              </a:rPr>
              <a:t>sleep_efficiency</a:t>
            </a:r>
            <a:r>
              <a:rPr lang="en">
                <a:solidFill>
                  <a:schemeClr val="dk1"/>
                </a:solidFill>
              </a:rPr>
              <a:t> – Ratio of sleep time to time in bed (sleep quality).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</a:t>
            </a:r>
            <a:r>
              <a:rPr b="1" lang="en">
                <a:solidFill>
                  <a:schemeClr val="dk1"/>
                </a:solidFill>
              </a:rPr>
              <a:t>sleep_deep_ratio</a:t>
            </a:r>
            <a:r>
              <a:rPr lang="en">
                <a:solidFill>
                  <a:schemeClr val="dk1"/>
                </a:solidFill>
              </a:rPr>
              <a:t> – Proportion of deep sleep.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</a:t>
            </a:r>
            <a:r>
              <a:rPr b="1" lang="en">
                <a:solidFill>
                  <a:schemeClr val="dk1"/>
                </a:solidFill>
              </a:rPr>
              <a:t>sleep_wake_ratio</a:t>
            </a:r>
            <a:r>
              <a:rPr lang="en">
                <a:solidFill>
                  <a:schemeClr val="dk1"/>
                </a:solidFill>
              </a:rPr>
              <a:t> – Proportion of time awake during sleep period.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</a:t>
            </a:r>
            <a:r>
              <a:rPr b="1" lang="en">
                <a:solidFill>
                  <a:schemeClr val="dk1"/>
                </a:solidFill>
              </a:rPr>
              <a:t>sleep_light_ratio</a:t>
            </a:r>
            <a:r>
              <a:rPr lang="en">
                <a:solidFill>
                  <a:schemeClr val="dk1"/>
                </a:solidFill>
              </a:rPr>
              <a:t> – Proportion of light sleep.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</a:t>
            </a:r>
            <a:r>
              <a:rPr b="1" lang="en">
                <a:solidFill>
                  <a:schemeClr val="dk1"/>
                </a:solidFill>
              </a:rPr>
              <a:t>sleep_rem_ratio</a:t>
            </a:r>
            <a:r>
              <a:rPr lang="en">
                <a:solidFill>
                  <a:schemeClr val="dk1"/>
                </a:solidFill>
              </a:rPr>
              <a:t> – Proportion of REM sleep.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</a:t>
            </a:r>
            <a:r>
              <a:rPr b="1" lang="en">
                <a:solidFill>
                  <a:schemeClr val="dk1"/>
                </a:solidFill>
              </a:rPr>
              <a:t>steps</a:t>
            </a:r>
            <a:r>
              <a:rPr lang="en">
                <a:solidFill>
                  <a:schemeClr val="dk1"/>
                </a:solidFill>
              </a:rPr>
              <a:t> – Total steps taken.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</a:t>
            </a:r>
            <a:r>
              <a:rPr b="1" lang="en">
                <a:solidFill>
                  <a:schemeClr val="dk1"/>
                </a:solidFill>
              </a:rPr>
              <a:t>minutes_in_default_zone_1</a:t>
            </a:r>
            <a:r>
              <a:rPr lang="en">
                <a:solidFill>
                  <a:schemeClr val="dk1"/>
                </a:solidFill>
              </a:rPr>
              <a:t> – Minutes spent in heart-rate zone 1 (low effort).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</a:t>
            </a:r>
            <a:r>
              <a:rPr b="1" lang="en">
                <a:solidFill>
                  <a:schemeClr val="dk1"/>
                </a:solidFill>
              </a:rPr>
              <a:t>minutes_below_default_zone_1</a:t>
            </a:r>
            <a:r>
              <a:rPr lang="en">
                <a:solidFill>
                  <a:schemeClr val="dk1"/>
                </a:solidFill>
              </a:rPr>
              <a:t> – Minutes below zone 1 (resting).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</a:t>
            </a:r>
            <a:r>
              <a:rPr b="1" lang="en">
                <a:solidFill>
                  <a:schemeClr val="dk1"/>
                </a:solidFill>
              </a:rPr>
              <a:t>minutes_in_default_zone_2</a:t>
            </a:r>
            <a:r>
              <a:rPr lang="en">
                <a:solidFill>
                  <a:schemeClr val="dk1"/>
                </a:solidFill>
              </a:rPr>
              <a:t> – Minutes in heart-rate zone 2 (moderate effort).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</a:t>
            </a:r>
            <a:r>
              <a:rPr b="1" lang="en">
                <a:solidFill>
                  <a:schemeClr val="dk1"/>
                </a:solidFill>
              </a:rPr>
              <a:t>minutes_in_default_zone_3</a:t>
            </a:r>
            <a:r>
              <a:rPr lang="en">
                <a:solidFill>
                  <a:schemeClr val="dk1"/>
                </a:solidFill>
              </a:rPr>
              <a:t> – Minutes in heart-rate zone 3 (high effort).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</a:t>
            </a:r>
            <a:r>
              <a:rPr b="1" lang="en">
                <a:solidFill>
                  <a:schemeClr val="dk1"/>
                </a:solidFill>
              </a:rPr>
              <a:t>age</a:t>
            </a:r>
            <a:r>
              <a:rPr lang="en">
                <a:solidFill>
                  <a:schemeClr val="dk1"/>
                </a:solidFill>
              </a:rPr>
              <a:t> – Age of the user.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</a:t>
            </a:r>
            <a:r>
              <a:rPr b="1" lang="en">
                <a:solidFill>
                  <a:schemeClr val="dk1"/>
                </a:solidFill>
              </a:rPr>
              <a:t>gender</a:t>
            </a:r>
            <a:r>
              <a:rPr lang="en">
                <a:solidFill>
                  <a:schemeClr val="dk1"/>
                </a:solidFill>
              </a:rPr>
              <a:t> – Gender (e.g., 0 = male, 1 = female).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</a:t>
            </a:r>
            <a:r>
              <a:rPr b="1" lang="en">
                <a:solidFill>
                  <a:schemeClr val="dk1"/>
                </a:solidFill>
              </a:rPr>
              <a:t>bmi</a:t>
            </a:r>
            <a:r>
              <a:rPr lang="en">
                <a:solidFill>
                  <a:schemeClr val="dk1"/>
                </a:solidFill>
              </a:rPr>
              <a:t> – Body Mass Index.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</a:t>
            </a:r>
            <a:r>
              <a:rPr b="1" lang="en">
                <a:solidFill>
                  <a:schemeClr val="dk1"/>
                </a:solidFill>
              </a:rPr>
              <a:t>step_goal</a:t>
            </a:r>
            <a:r>
              <a:rPr lang="en">
                <a:solidFill>
                  <a:schemeClr val="dk1"/>
                </a:solidFill>
              </a:rPr>
              <a:t> – Daily step goal.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</a:t>
            </a:r>
            <a:r>
              <a:rPr b="1" lang="en">
                <a:solidFill>
                  <a:schemeClr val="dk1"/>
                </a:solidFill>
              </a:rPr>
              <a:t>min_goal</a:t>
            </a:r>
            <a:r>
              <a:rPr lang="en">
                <a:solidFill>
                  <a:schemeClr val="dk1"/>
                </a:solidFill>
              </a:rPr>
              <a:t> – Minimum activity or sleep goal.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</a:t>
            </a:r>
            <a:r>
              <a:rPr b="1" lang="en">
                <a:solidFill>
                  <a:schemeClr val="dk1"/>
                </a:solidFill>
              </a:rPr>
              <a:t>max_goal</a:t>
            </a:r>
            <a:r>
              <a:rPr lang="en">
                <a:solidFill>
                  <a:schemeClr val="dk1"/>
                </a:solidFill>
              </a:rPr>
              <a:t> – Maximum activity or sleep goal.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</a:t>
            </a:r>
            <a:r>
              <a:rPr b="1" lang="en">
                <a:solidFill>
                  <a:schemeClr val="dk1"/>
                </a:solidFill>
              </a:rPr>
              <a:t>alert</a:t>
            </a:r>
            <a:r>
              <a:rPr lang="en">
                <a:solidFill>
                  <a:schemeClr val="dk1"/>
                </a:solidFill>
              </a:rPr>
              <a:t> – User’s self-reported emotion: alert.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</a:t>
            </a:r>
            <a:r>
              <a:rPr b="1" lang="en">
                <a:solidFill>
                  <a:schemeClr val="dk1"/>
                </a:solidFill>
              </a:rPr>
              <a:t>happy</a:t>
            </a:r>
            <a:r>
              <a:rPr lang="en">
                <a:solidFill>
                  <a:schemeClr val="dk1"/>
                </a:solidFill>
              </a:rPr>
              <a:t> – Emotion: happiness level.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</a:t>
            </a:r>
            <a:r>
              <a:rPr b="1" lang="en">
                <a:solidFill>
                  <a:schemeClr val="dk1"/>
                </a:solidFill>
              </a:rPr>
              <a:t>neutral</a:t>
            </a:r>
            <a:r>
              <a:rPr lang="en">
                <a:solidFill>
                  <a:schemeClr val="dk1"/>
                </a:solidFill>
              </a:rPr>
              <a:t> – Emotion: neutral state.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</a:t>
            </a:r>
            <a:r>
              <a:rPr b="1" lang="en">
                <a:solidFill>
                  <a:schemeClr val="dk1"/>
                </a:solidFill>
              </a:rPr>
              <a:t>rested/relaxed</a:t>
            </a:r>
            <a:r>
              <a:rPr lang="en">
                <a:solidFill>
                  <a:schemeClr val="dk1"/>
                </a:solidFill>
              </a:rPr>
              <a:t> – Emotion: rested or relaxed level.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</a:t>
            </a:r>
            <a:r>
              <a:rPr b="1" lang="en">
                <a:solidFill>
                  <a:schemeClr val="dk1"/>
                </a:solidFill>
              </a:rPr>
              <a:t>sad</a:t>
            </a:r>
            <a:r>
              <a:rPr lang="en">
                <a:solidFill>
                  <a:schemeClr val="dk1"/>
                </a:solidFill>
              </a:rPr>
              <a:t> – Emotion: sadness level.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</a:t>
            </a:r>
            <a:r>
              <a:rPr b="1" lang="en">
                <a:solidFill>
                  <a:schemeClr val="dk1"/>
                </a:solidFill>
              </a:rPr>
              <a:t>tense/anxious</a:t>
            </a:r>
            <a:r>
              <a:rPr lang="en">
                <a:solidFill>
                  <a:schemeClr val="dk1"/>
                </a:solidFill>
              </a:rPr>
              <a:t> – Emotion: tension or anxiety level.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</a:t>
            </a:r>
            <a:r>
              <a:rPr b="1" lang="en">
                <a:solidFill>
                  <a:schemeClr val="dk1"/>
                </a:solidFill>
              </a:rPr>
              <a:t>tired</a:t>
            </a:r>
            <a:r>
              <a:rPr lang="en">
                <a:solidFill>
                  <a:schemeClr val="dk1"/>
                </a:solidFill>
              </a:rPr>
              <a:t> – Emotion: tiredness level.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</a:t>
            </a:r>
            <a:r>
              <a:rPr b="1" lang="en">
                <a:solidFill>
                  <a:schemeClr val="dk1"/>
                </a:solidFill>
              </a:rPr>
              <a:t>entertainment</a:t>
            </a:r>
            <a:r>
              <a:rPr lang="en">
                <a:solidFill>
                  <a:schemeClr val="dk1"/>
                </a:solidFill>
              </a:rPr>
              <a:t> – Context tag: engaging in entertainment.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</a:t>
            </a:r>
            <a:r>
              <a:rPr b="1" lang="en">
                <a:solidFill>
                  <a:schemeClr val="dk1"/>
                </a:solidFill>
              </a:rPr>
              <a:t>gym</a:t>
            </a:r>
            <a:r>
              <a:rPr lang="en">
                <a:solidFill>
                  <a:schemeClr val="dk1"/>
                </a:solidFill>
              </a:rPr>
              <a:t> – Context tag: in gym/physical activity.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</a:t>
            </a:r>
            <a:r>
              <a:rPr b="1" lang="en">
                <a:solidFill>
                  <a:schemeClr val="dk1"/>
                </a:solidFill>
              </a:rPr>
              <a:t>home</a:t>
            </a:r>
            <a:r>
              <a:rPr lang="en">
                <a:solidFill>
                  <a:schemeClr val="dk1"/>
                </a:solidFill>
              </a:rPr>
              <a:t> – Context tag: at home.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</a:t>
            </a:r>
            <a:r>
              <a:rPr b="1" lang="en">
                <a:solidFill>
                  <a:schemeClr val="dk1"/>
                </a:solidFill>
              </a:rPr>
              <a:t>home_office</a:t>
            </a:r>
            <a:r>
              <a:rPr lang="en">
                <a:solidFill>
                  <a:schemeClr val="dk1"/>
                </a:solidFill>
              </a:rPr>
              <a:t> – Context tag: working from home.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</a:t>
            </a:r>
            <a:r>
              <a:rPr b="1" lang="en">
                <a:solidFill>
                  <a:schemeClr val="dk1"/>
                </a:solidFill>
              </a:rPr>
              <a:t>other</a:t>
            </a:r>
            <a:r>
              <a:rPr lang="en">
                <a:solidFill>
                  <a:schemeClr val="dk1"/>
                </a:solidFill>
              </a:rPr>
              <a:t> – Context tag: other location/activity.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</a:t>
            </a:r>
            <a:r>
              <a:rPr b="1" lang="en">
                <a:solidFill>
                  <a:schemeClr val="dk1"/>
                </a:solidFill>
              </a:rPr>
              <a:t>outdoors</a:t>
            </a:r>
            <a:r>
              <a:rPr lang="en">
                <a:solidFill>
                  <a:schemeClr val="dk1"/>
                </a:solidFill>
              </a:rPr>
              <a:t> – Context tag: outside environment.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</a:t>
            </a:r>
            <a:r>
              <a:rPr b="1" lang="en">
                <a:solidFill>
                  <a:schemeClr val="dk1"/>
                </a:solidFill>
              </a:rPr>
              <a:t>transit</a:t>
            </a:r>
            <a:r>
              <a:rPr lang="en">
                <a:solidFill>
                  <a:schemeClr val="dk1"/>
                </a:solidFill>
              </a:rPr>
              <a:t> – Context tag: in transit/traveling.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</a:t>
            </a:r>
            <a:r>
              <a:rPr b="1" lang="en">
                <a:solidFill>
                  <a:schemeClr val="dk1"/>
                </a:solidFill>
              </a:rPr>
              <a:t>work/school</a:t>
            </a:r>
            <a:r>
              <a:rPr lang="en">
                <a:solidFill>
                  <a:schemeClr val="dk1"/>
                </a:solidFill>
              </a:rPr>
              <a:t> – Context tag: at workplace or school.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</a:t>
            </a:r>
            <a:r>
              <a:rPr b="1" lang="en">
                <a:solidFill>
                  <a:schemeClr val="dk1"/>
                </a:solidFill>
              </a:rPr>
              <a:t>user_id</a:t>
            </a:r>
            <a:r>
              <a:rPr lang="en">
                <a:solidFill>
                  <a:schemeClr val="dk1"/>
                </a:solidFill>
              </a:rPr>
              <a:t> – Redundant or alternative identifier for user.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</a:t>
            </a:r>
            <a:r>
              <a:rPr b="1" lang="en">
                <a:solidFill>
                  <a:schemeClr val="dk1"/>
                </a:solidFill>
              </a:rPr>
              <a:t>stai_stress</a:t>
            </a:r>
            <a:r>
              <a:rPr lang="en">
                <a:solidFill>
                  <a:schemeClr val="dk1"/>
                </a:solidFill>
              </a:rPr>
              <a:t> – Stress score from State-Trait Anxiety Inventory.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</a:t>
            </a:r>
            <a:r>
              <a:rPr b="1" lang="en">
                <a:solidFill>
                  <a:schemeClr val="dk1"/>
                </a:solidFill>
              </a:rPr>
              <a:t>stress_level_3class</a:t>
            </a:r>
            <a:r>
              <a:rPr lang="en">
                <a:solidFill>
                  <a:schemeClr val="dk1"/>
                </a:solidFill>
              </a:rPr>
              <a:t> – Categorized stress level (e.g., low, medium, high).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</a:t>
            </a:r>
            <a:r>
              <a:rPr b="1" lang="en">
                <a:solidFill>
                  <a:schemeClr val="dk1"/>
                </a:solidFill>
              </a:rPr>
              <a:t>stress_level_2class</a:t>
            </a:r>
            <a:r>
              <a:rPr lang="en">
                <a:solidFill>
                  <a:schemeClr val="dk1"/>
                </a:solidFill>
              </a:rPr>
              <a:t> – Binary stress class (e.g., stressed vs not stressed).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3a2a31d6b7d_1_25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6" name="Google Shape;496;g3a2a31d6b7d_1_25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a2a31d6b7d_1_44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3a2a31d6b7d_1_44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3a2a31d6b7d_1_44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2" name="Google Shape;512;g3a2a31d6b7d_1_44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3a2a31d6b7d_1_44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8" name="Google Shape;518;g3a2a31d6b7d_1_44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3a2a31d6b7d_1_44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8" name="Google Shape;528;g3a2a31d6b7d_1_44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3a2a31d6b7d_1_44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4" name="Google Shape;534;g3a2a31d6b7d_1_44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3a2a31d6b7d_3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g3a2a31d6b7d_30_7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g3a2a31d6b7d_3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g3a2a31d6b7d_30_8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3a2a31d6b7d_3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3" name="Google Shape;563;g3a2a31d6b7d_3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3a2a31d6b7d_1_14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3" name="Google Shape;573;g3a2a31d6b7d_1_14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3a2a31d6b7d_3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g3a2a31d6b7d_30_9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3a2a31d6b7d_3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g3a2a31d6b7d_30_10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3a2a31d6b7d_3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g3a2a31d6b7d_30_1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3a2a31d6b7d_1_16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6" name="Google Shape;606;g3a2a31d6b7d_1_16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g3a2a31d6b7d_3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g3a2a31d6b7d_30_10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g3a2a31d6b7d_1_25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1" name="Google Shape;631;g3a2a31d6b7d_1_25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g3a2a31d6b7d_1_19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8" name="Google Shape;638;g3a2a31d6b7d_1_19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g3a2a31d6b7d_1_25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9" name="Google Shape;649;g3a2a31d6b7d_1_25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g3a2a31d6b7d_1_25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5" name="Google Shape;655;g3a2a31d6b7d_1_25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g3a2a31d6b7d_1_3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1" name="Google Shape;661;g3a2a31d6b7d_1_3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g3a2a31d6b7d_1_4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6" name="Google Shape;666;g3a2a31d6b7d_1_4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1609200" y="1424875"/>
            <a:ext cx="5925600" cy="20793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b="0" sz="7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1609200" y="3573775"/>
            <a:ext cx="59427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lt1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3"/>
          <p:cNvSpPr txBox="1"/>
          <p:nvPr>
            <p:ph type="title"/>
          </p:nvPr>
        </p:nvSpPr>
        <p:spPr>
          <a:xfrm>
            <a:off x="3579950" y="1854500"/>
            <a:ext cx="36048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3"/>
          <p:cNvSpPr txBox="1"/>
          <p:nvPr>
            <p:ph hasCustomPrompt="1" idx="2" type="title"/>
          </p:nvPr>
        </p:nvSpPr>
        <p:spPr>
          <a:xfrm>
            <a:off x="1959250" y="1854500"/>
            <a:ext cx="11898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959250" y="2939075"/>
            <a:ext cx="5225400" cy="446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18" name="Google Shape;18;p3"/>
          <p:cNvCxnSpPr/>
          <p:nvPr/>
        </p:nvCxnSpPr>
        <p:spPr>
          <a:xfrm rot="10800000">
            <a:off x="8761325" y="2079300"/>
            <a:ext cx="0" cy="9849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oval"/>
          </a:ln>
        </p:spPr>
      </p:cxnSp>
      <p:cxnSp>
        <p:nvCxnSpPr>
          <p:cNvPr id="19" name="Google Shape;19;p3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20" name="Google Shape;20;p3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" name="Google Shape;21;p3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22" name="Google Shape;22;p3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23" name="Google Shape;23;p3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buNone/>
              <a:defRPr>
                <a:solidFill>
                  <a:schemeClr val="dk2"/>
                </a:solidFill>
              </a:defRPr>
            </a:lvl1pPr>
            <a:lvl2pPr lvl="1" rtl="0" algn="ctr">
              <a:buNone/>
              <a:defRPr>
                <a:solidFill>
                  <a:schemeClr val="dk2"/>
                </a:solidFill>
              </a:defRPr>
            </a:lvl2pPr>
            <a:lvl3pPr lvl="2" rtl="0" algn="ctr">
              <a:buNone/>
              <a:defRPr>
                <a:solidFill>
                  <a:schemeClr val="dk2"/>
                </a:solidFill>
              </a:defRPr>
            </a:lvl3pPr>
            <a:lvl4pPr lvl="3" rtl="0" algn="ctr">
              <a:buNone/>
              <a:defRPr>
                <a:solidFill>
                  <a:schemeClr val="dk2"/>
                </a:solidFill>
              </a:defRPr>
            </a:lvl4pPr>
            <a:lvl5pPr lvl="4" rtl="0" algn="ctr">
              <a:buNone/>
              <a:defRPr>
                <a:solidFill>
                  <a:schemeClr val="dk2"/>
                </a:solidFill>
              </a:defRPr>
            </a:lvl5pPr>
            <a:lvl6pPr lvl="5" rtl="0" algn="ctr">
              <a:buNone/>
              <a:defRPr>
                <a:solidFill>
                  <a:schemeClr val="dk2"/>
                </a:solidFill>
              </a:defRPr>
            </a:lvl6pPr>
            <a:lvl7pPr lvl="6" rtl="0" algn="ctr">
              <a:buNone/>
              <a:defRPr>
                <a:solidFill>
                  <a:schemeClr val="dk2"/>
                </a:solidFill>
              </a:defRPr>
            </a:lvl7pPr>
            <a:lvl8pPr lvl="7" rtl="0" algn="ctr">
              <a:buNone/>
              <a:defRPr>
                <a:solidFill>
                  <a:schemeClr val="dk2"/>
                </a:solidFill>
              </a:defRPr>
            </a:lvl8pPr>
            <a:lvl9pPr lvl="8" rtl="0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4" name="Google Shape;24;p3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25" name="Google Shape;25;p3"/>
          <p:cNvCxnSpPr/>
          <p:nvPr/>
        </p:nvCxnSpPr>
        <p:spPr>
          <a:xfrm rot="10800000">
            <a:off x="394350" y="2079300"/>
            <a:ext cx="0" cy="9849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oval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8" name="Google Shape;28;p4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29" name="Google Shape;29;p4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0" name="Google Shape;30;p4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31" name="Google Shape;31;p4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buNone/>
              <a:defRPr>
                <a:solidFill>
                  <a:schemeClr val="dk2"/>
                </a:solidFill>
              </a:defRPr>
            </a:lvl1pPr>
            <a:lvl2pPr lvl="1" rtl="0" algn="ctr">
              <a:buNone/>
              <a:defRPr>
                <a:solidFill>
                  <a:schemeClr val="dk2"/>
                </a:solidFill>
              </a:defRPr>
            </a:lvl2pPr>
            <a:lvl3pPr lvl="2" rtl="0" algn="ctr">
              <a:buNone/>
              <a:defRPr>
                <a:solidFill>
                  <a:schemeClr val="dk2"/>
                </a:solidFill>
              </a:defRPr>
            </a:lvl3pPr>
            <a:lvl4pPr lvl="3" rtl="0" algn="ctr">
              <a:buNone/>
              <a:defRPr>
                <a:solidFill>
                  <a:schemeClr val="dk2"/>
                </a:solidFill>
              </a:defRPr>
            </a:lvl4pPr>
            <a:lvl5pPr lvl="4" rtl="0" algn="ctr">
              <a:buNone/>
              <a:defRPr>
                <a:solidFill>
                  <a:schemeClr val="dk2"/>
                </a:solidFill>
              </a:defRPr>
            </a:lvl5pPr>
            <a:lvl6pPr lvl="5" rtl="0" algn="ctr">
              <a:buNone/>
              <a:defRPr>
                <a:solidFill>
                  <a:schemeClr val="dk2"/>
                </a:solidFill>
              </a:defRPr>
            </a:lvl6pPr>
            <a:lvl7pPr lvl="6" rtl="0" algn="ctr">
              <a:buNone/>
              <a:defRPr>
                <a:solidFill>
                  <a:schemeClr val="dk2"/>
                </a:solidFill>
              </a:defRPr>
            </a:lvl7pPr>
            <a:lvl8pPr lvl="7" rtl="0" algn="ctr">
              <a:buNone/>
              <a:defRPr>
                <a:solidFill>
                  <a:schemeClr val="dk2"/>
                </a:solidFill>
              </a:defRPr>
            </a:lvl8pPr>
            <a:lvl9pPr lvl="8" rtl="0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3" name="Google Shape;33;p4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34" name="Google Shape;34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1" type="body"/>
          </p:nvPr>
        </p:nvSpPr>
        <p:spPr>
          <a:xfrm>
            <a:off x="720000" y="1215750"/>
            <a:ext cx="7704000" cy="323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unito Light"/>
              <a:buChar char="●"/>
              <a:defRPr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C800"/>
              </a:buClr>
              <a:buSzPts val="1200"/>
              <a:buFont typeface="Nunito Light"/>
              <a:buChar char="■"/>
              <a:defRPr/>
            </a:lvl3pPr>
            <a:lvl4pPr indent="-3048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C800"/>
              </a:buClr>
              <a:buSzPts val="1200"/>
              <a:buFont typeface="Nunito Light"/>
              <a:buChar char="●"/>
              <a:defRPr/>
            </a:lvl4pPr>
            <a:lvl5pPr indent="-3048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○"/>
              <a:defRPr/>
            </a:lvl5pPr>
            <a:lvl6pPr indent="-3048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■"/>
              <a:defRPr/>
            </a:lvl6pPr>
            <a:lvl7pPr indent="-3048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●"/>
              <a:defRPr/>
            </a:lvl7pPr>
            <a:lvl8pPr indent="-3048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○"/>
              <a:defRPr/>
            </a:lvl8pPr>
            <a:lvl9pPr indent="-3048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5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39" name="Google Shape;39;p5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5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41" name="Google Shape;41;p5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buNone/>
              <a:defRPr>
                <a:solidFill>
                  <a:schemeClr val="dk2"/>
                </a:solidFill>
              </a:defRPr>
            </a:lvl1pPr>
            <a:lvl2pPr lvl="1" rtl="0" algn="ctr">
              <a:buNone/>
              <a:defRPr>
                <a:solidFill>
                  <a:schemeClr val="dk2"/>
                </a:solidFill>
              </a:defRPr>
            </a:lvl2pPr>
            <a:lvl3pPr lvl="2" rtl="0" algn="ctr">
              <a:buNone/>
              <a:defRPr>
                <a:solidFill>
                  <a:schemeClr val="dk2"/>
                </a:solidFill>
              </a:defRPr>
            </a:lvl3pPr>
            <a:lvl4pPr lvl="3" rtl="0" algn="ctr">
              <a:buNone/>
              <a:defRPr>
                <a:solidFill>
                  <a:schemeClr val="dk2"/>
                </a:solidFill>
              </a:defRPr>
            </a:lvl4pPr>
            <a:lvl5pPr lvl="4" rtl="0" algn="ctr">
              <a:buNone/>
              <a:defRPr>
                <a:solidFill>
                  <a:schemeClr val="dk2"/>
                </a:solidFill>
              </a:defRPr>
            </a:lvl5pPr>
            <a:lvl6pPr lvl="5" rtl="0" algn="ctr">
              <a:buNone/>
              <a:defRPr>
                <a:solidFill>
                  <a:schemeClr val="dk2"/>
                </a:solidFill>
              </a:defRPr>
            </a:lvl6pPr>
            <a:lvl7pPr lvl="6" rtl="0" algn="ctr">
              <a:buNone/>
              <a:defRPr>
                <a:solidFill>
                  <a:schemeClr val="dk2"/>
                </a:solidFill>
              </a:defRPr>
            </a:lvl7pPr>
            <a:lvl8pPr lvl="7" rtl="0" algn="ctr">
              <a:buNone/>
              <a:defRPr>
                <a:solidFill>
                  <a:schemeClr val="dk2"/>
                </a:solidFill>
              </a:defRPr>
            </a:lvl8pPr>
            <a:lvl9pPr lvl="8" rtl="0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43" name="Google Shape;43;p5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44" name="Google Shape;44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5"/>
          <p:cNvSpPr txBox="1"/>
          <p:nvPr>
            <p:ph idx="1" type="subTitle"/>
          </p:nvPr>
        </p:nvSpPr>
        <p:spPr>
          <a:xfrm>
            <a:off x="4747387" y="1872353"/>
            <a:ext cx="3698100" cy="27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/>
        </p:txBody>
      </p:sp>
      <p:sp>
        <p:nvSpPr>
          <p:cNvPr id="46" name="Google Shape;46;p5"/>
          <p:cNvSpPr txBox="1"/>
          <p:nvPr>
            <p:ph idx="2" type="subTitle"/>
          </p:nvPr>
        </p:nvSpPr>
        <p:spPr>
          <a:xfrm>
            <a:off x="726675" y="1872353"/>
            <a:ext cx="3698100" cy="27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b="0" sz="14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9pPr>
          </a:lstStyle>
          <a:p/>
        </p:txBody>
      </p:sp>
      <p:sp>
        <p:nvSpPr>
          <p:cNvPr id="47" name="Google Shape;47;p5"/>
          <p:cNvSpPr txBox="1"/>
          <p:nvPr>
            <p:ph idx="3" type="subTitle"/>
          </p:nvPr>
        </p:nvSpPr>
        <p:spPr>
          <a:xfrm>
            <a:off x="726675" y="1313225"/>
            <a:ext cx="3698100" cy="4224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5"/>
          <p:cNvSpPr txBox="1"/>
          <p:nvPr>
            <p:ph idx="4" type="subTitle"/>
          </p:nvPr>
        </p:nvSpPr>
        <p:spPr>
          <a:xfrm>
            <a:off x="4747375" y="1313225"/>
            <a:ext cx="3698100" cy="4224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1" name="Google Shape;51;p6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52" name="Google Shape;52;p6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3" name="Google Shape;53;p6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54" name="Google Shape;54;p6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55" name="Google Shape;55;p6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buNone/>
              <a:defRPr>
                <a:solidFill>
                  <a:schemeClr val="dk2"/>
                </a:solidFill>
              </a:defRPr>
            </a:lvl1pPr>
            <a:lvl2pPr lvl="1" rtl="0" algn="ctr">
              <a:buNone/>
              <a:defRPr>
                <a:solidFill>
                  <a:schemeClr val="dk2"/>
                </a:solidFill>
              </a:defRPr>
            </a:lvl2pPr>
            <a:lvl3pPr lvl="2" rtl="0" algn="ctr">
              <a:buNone/>
              <a:defRPr>
                <a:solidFill>
                  <a:schemeClr val="dk2"/>
                </a:solidFill>
              </a:defRPr>
            </a:lvl3pPr>
            <a:lvl4pPr lvl="3" rtl="0" algn="ctr">
              <a:buNone/>
              <a:defRPr>
                <a:solidFill>
                  <a:schemeClr val="dk2"/>
                </a:solidFill>
              </a:defRPr>
            </a:lvl4pPr>
            <a:lvl5pPr lvl="4" rtl="0" algn="ctr">
              <a:buNone/>
              <a:defRPr>
                <a:solidFill>
                  <a:schemeClr val="dk2"/>
                </a:solidFill>
              </a:defRPr>
            </a:lvl5pPr>
            <a:lvl6pPr lvl="5" rtl="0" algn="ctr">
              <a:buNone/>
              <a:defRPr>
                <a:solidFill>
                  <a:schemeClr val="dk2"/>
                </a:solidFill>
              </a:defRPr>
            </a:lvl6pPr>
            <a:lvl7pPr lvl="6" rtl="0" algn="ctr">
              <a:buNone/>
              <a:defRPr>
                <a:solidFill>
                  <a:schemeClr val="dk2"/>
                </a:solidFill>
              </a:defRPr>
            </a:lvl7pPr>
            <a:lvl8pPr lvl="7" rtl="0" algn="ctr">
              <a:buNone/>
              <a:defRPr>
                <a:solidFill>
                  <a:schemeClr val="dk2"/>
                </a:solidFill>
              </a:defRPr>
            </a:lvl8pPr>
            <a:lvl9pPr lvl="8" rtl="0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56" name="Google Shape;56;p6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57" name="Google Shape;57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7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0" name="Google Shape;60;p7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61" name="Google Shape;61;p7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2" name="Google Shape;62;p7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63" name="Google Shape;63;p7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64" name="Google Shape;64;p7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buNone/>
              <a:defRPr>
                <a:solidFill>
                  <a:schemeClr val="dk2"/>
                </a:solidFill>
              </a:defRPr>
            </a:lvl1pPr>
            <a:lvl2pPr lvl="1" rtl="0" algn="ctr">
              <a:buNone/>
              <a:defRPr>
                <a:solidFill>
                  <a:schemeClr val="dk2"/>
                </a:solidFill>
              </a:defRPr>
            </a:lvl2pPr>
            <a:lvl3pPr lvl="2" rtl="0" algn="ctr">
              <a:buNone/>
              <a:defRPr>
                <a:solidFill>
                  <a:schemeClr val="dk2"/>
                </a:solidFill>
              </a:defRPr>
            </a:lvl3pPr>
            <a:lvl4pPr lvl="3" rtl="0" algn="ctr">
              <a:buNone/>
              <a:defRPr>
                <a:solidFill>
                  <a:schemeClr val="dk2"/>
                </a:solidFill>
              </a:defRPr>
            </a:lvl4pPr>
            <a:lvl5pPr lvl="4" rtl="0" algn="ctr">
              <a:buNone/>
              <a:defRPr>
                <a:solidFill>
                  <a:schemeClr val="dk2"/>
                </a:solidFill>
              </a:defRPr>
            </a:lvl5pPr>
            <a:lvl6pPr lvl="5" rtl="0" algn="ctr">
              <a:buNone/>
              <a:defRPr>
                <a:solidFill>
                  <a:schemeClr val="dk2"/>
                </a:solidFill>
              </a:defRPr>
            </a:lvl6pPr>
            <a:lvl7pPr lvl="6" rtl="0" algn="ctr">
              <a:buNone/>
              <a:defRPr>
                <a:solidFill>
                  <a:schemeClr val="dk2"/>
                </a:solidFill>
              </a:defRPr>
            </a:lvl7pPr>
            <a:lvl8pPr lvl="7" rtl="0" algn="ctr">
              <a:buNone/>
              <a:defRPr>
                <a:solidFill>
                  <a:schemeClr val="dk2"/>
                </a:solidFill>
              </a:defRPr>
            </a:lvl8pPr>
            <a:lvl9pPr lvl="8" rtl="0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65" name="Google Shape;65;p7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66" name="Google Shape;66;p7"/>
          <p:cNvSpPr txBox="1"/>
          <p:nvPr>
            <p:ph type="title"/>
          </p:nvPr>
        </p:nvSpPr>
        <p:spPr>
          <a:xfrm>
            <a:off x="720000" y="445025"/>
            <a:ext cx="6266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7" name="Google Shape;67;p7"/>
          <p:cNvSpPr txBox="1"/>
          <p:nvPr>
            <p:ph idx="1" type="subTitle"/>
          </p:nvPr>
        </p:nvSpPr>
        <p:spPr>
          <a:xfrm>
            <a:off x="720000" y="1347250"/>
            <a:ext cx="7324500" cy="317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8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8"/>
          <p:cNvSpPr txBox="1"/>
          <p:nvPr>
            <p:ph type="title"/>
          </p:nvPr>
        </p:nvSpPr>
        <p:spPr>
          <a:xfrm>
            <a:off x="969825" y="2079259"/>
            <a:ext cx="7204500" cy="87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cxnSp>
        <p:nvCxnSpPr>
          <p:cNvPr id="71" name="Google Shape;71;p8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72" name="Google Shape;72;p8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3" name="Google Shape;73;p8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74" name="Google Shape;74;p8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75" name="Google Shape;75;p8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buNone/>
              <a:defRPr>
                <a:solidFill>
                  <a:schemeClr val="dk2"/>
                </a:solidFill>
              </a:defRPr>
            </a:lvl1pPr>
            <a:lvl2pPr lvl="1" rtl="0" algn="ctr">
              <a:buNone/>
              <a:defRPr>
                <a:solidFill>
                  <a:schemeClr val="dk2"/>
                </a:solidFill>
              </a:defRPr>
            </a:lvl2pPr>
            <a:lvl3pPr lvl="2" rtl="0" algn="ctr">
              <a:buNone/>
              <a:defRPr>
                <a:solidFill>
                  <a:schemeClr val="dk2"/>
                </a:solidFill>
              </a:defRPr>
            </a:lvl3pPr>
            <a:lvl4pPr lvl="3" rtl="0" algn="ctr">
              <a:buNone/>
              <a:defRPr>
                <a:solidFill>
                  <a:schemeClr val="dk2"/>
                </a:solidFill>
              </a:defRPr>
            </a:lvl4pPr>
            <a:lvl5pPr lvl="4" rtl="0" algn="ctr">
              <a:buNone/>
              <a:defRPr>
                <a:solidFill>
                  <a:schemeClr val="dk2"/>
                </a:solidFill>
              </a:defRPr>
            </a:lvl5pPr>
            <a:lvl6pPr lvl="5" rtl="0" algn="ctr">
              <a:buNone/>
              <a:defRPr>
                <a:solidFill>
                  <a:schemeClr val="dk2"/>
                </a:solidFill>
              </a:defRPr>
            </a:lvl6pPr>
            <a:lvl7pPr lvl="6" rtl="0" algn="ctr">
              <a:buNone/>
              <a:defRPr>
                <a:solidFill>
                  <a:schemeClr val="dk2"/>
                </a:solidFill>
              </a:defRPr>
            </a:lvl7pPr>
            <a:lvl8pPr lvl="7" rtl="0" algn="ctr">
              <a:buNone/>
              <a:defRPr>
                <a:solidFill>
                  <a:schemeClr val="dk2"/>
                </a:solidFill>
              </a:defRPr>
            </a:lvl8pPr>
            <a:lvl9pPr lvl="8" rtl="0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76" name="Google Shape;76;p8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9"/>
          <p:cNvSpPr txBox="1"/>
          <p:nvPr>
            <p:ph type="title"/>
          </p:nvPr>
        </p:nvSpPr>
        <p:spPr>
          <a:xfrm>
            <a:off x="720000" y="1413525"/>
            <a:ext cx="4294800" cy="209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9" name="Google Shape;79;p9"/>
          <p:cNvSpPr txBox="1"/>
          <p:nvPr>
            <p:ph idx="1" type="subTitle"/>
          </p:nvPr>
        </p:nvSpPr>
        <p:spPr>
          <a:xfrm>
            <a:off x="720000" y="3508800"/>
            <a:ext cx="4294800" cy="100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83" name="Google Shape;83;p10"/>
          <p:cNvSpPr txBox="1"/>
          <p:nvPr>
            <p:ph type="title"/>
          </p:nvPr>
        </p:nvSpPr>
        <p:spPr>
          <a:xfrm>
            <a:off x="713225" y="4162975"/>
            <a:ext cx="7917300" cy="541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1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6" name="Google Shape;86;p11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87" name="Google Shape;87;p11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8" name="Google Shape;88;p11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89" name="Google Shape;89;p11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90" name="Google Shape;90;p11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buNone/>
              <a:defRPr>
                <a:solidFill>
                  <a:schemeClr val="dk2"/>
                </a:solidFill>
              </a:defRPr>
            </a:lvl1pPr>
            <a:lvl2pPr lvl="1" rtl="0" algn="ctr">
              <a:buNone/>
              <a:defRPr>
                <a:solidFill>
                  <a:schemeClr val="dk2"/>
                </a:solidFill>
              </a:defRPr>
            </a:lvl2pPr>
            <a:lvl3pPr lvl="2" rtl="0" algn="ctr">
              <a:buNone/>
              <a:defRPr>
                <a:solidFill>
                  <a:schemeClr val="dk2"/>
                </a:solidFill>
              </a:defRPr>
            </a:lvl3pPr>
            <a:lvl4pPr lvl="3" rtl="0" algn="ctr">
              <a:buNone/>
              <a:defRPr>
                <a:solidFill>
                  <a:schemeClr val="dk2"/>
                </a:solidFill>
              </a:defRPr>
            </a:lvl4pPr>
            <a:lvl5pPr lvl="4" rtl="0" algn="ctr">
              <a:buNone/>
              <a:defRPr>
                <a:solidFill>
                  <a:schemeClr val="dk2"/>
                </a:solidFill>
              </a:defRPr>
            </a:lvl5pPr>
            <a:lvl6pPr lvl="5" rtl="0" algn="ctr">
              <a:buNone/>
              <a:defRPr>
                <a:solidFill>
                  <a:schemeClr val="dk2"/>
                </a:solidFill>
              </a:defRPr>
            </a:lvl6pPr>
            <a:lvl7pPr lvl="6" rtl="0" algn="ctr">
              <a:buNone/>
              <a:defRPr>
                <a:solidFill>
                  <a:schemeClr val="dk2"/>
                </a:solidFill>
              </a:defRPr>
            </a:lvl7pPr>
            <a:lvl8pPr lvl="7" rtl="0" algn="ctr">
              <a:buNone/>
              <a:defRPr>
                <a:solidFill>
                  <a:schemeClr val="dk2"/>
                </a:solidFill>
              </a:defRPr>
            </a:lvl8pPr>
            <a:lvl9pPr lvl="8" rtl="0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91" name="Google Shape;91;p11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92" name="Google Shape;92;p11"/>
          <p:cNvSpPr txBox="1"/>
          <p:nvPr>
            <p:ph hasCustomPrompt="1" type="title"/>
          </p:nvPr>
        </p:nvSpPr>
        <p:spPr>
          <a:xfrm>
            <a:off x="1284000" y="1429725"/>
            <a:ext cx="6576000" cy="140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1284000" y="2985500"/>
            <a:ext cx="6576000" cy="4971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2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8" name="Google Shape;98;p13"/>
          <p:cNvSpPr txBox="1"/>
          <p:nvPr>
            <p:ph idx="1" type="subTitle"/>
          </p:nvPr>
        </p:nvSpPr>
        <p:spPr>
          <a:xfrm>
            <a:off x="713225" y="2018125"/>
            <a:ext cx="2426100" cy="538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3"/>
          <p:cNvSpPr txBox="1"/>
          <p:nvPr>
            <p:ph idx="2" type="subTitle"/>
          </p:nvPr>
        </p:nvSpPr>
        <p:spPr>
          <a:xfrm>
            <a:off x="713225" y="3870728"/>
            <a:ext cx="2426100" cy="538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3"/>
          <p:cNvSpPr txBox="1"/>
          <p:nvPr>
            <p:ph idx="3" type="subTitle"/>
          </p:nvPr>
        </p:nvSpPr>
        <p:spPr>
          <a:xfrm>
            <a:off x="3359125" y="3870725"/>
            <a:ext cx="2426100" cy="538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3"/>
          <p:cNvSpPr txBox="1"/>
          <p:nvPr>
            <p:ph idx="4" type="subTitle"/>
          </p:nvPr>
        </p:nvSpPr>
        <p:spPr>
          <a:xfrm>
            <a:off x="3359125" y="2018025"/>
            <a:ext cx="2426100" cy="538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3"/>
          <p:cNvSpPr txBox="1"/>
          <p:nvPr>
            <p:ph hasCustomPrompt="1" idx="5" type="title"/>
          </p:nvPr>
        </p:nvSpPr>
        <p:spPr>
          <a:xfrm>
            <a:off x="713225" y="1141288"/>
            <a:ext cx="656100" cy="4380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3" name="Google Shape;103;p13"/>
          <p:cNvSpPr txBox="1"/>
          <p:nvPr>
            <p:ph hasCustomPrompt="1" idx="6" type="title"/>
          </p:nvPr>
        </p:nvSpPr>
        <p:spPr>
          <a:xfrm>
            <a:off x="3359125" y="2994063"/>
            <a:ext cx="656100" cy="43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4" name="Google Shape;104;p13"/>
          <p:cNvSpPr txBox="1"/>
          <p:nvPr>
            <p:ph hasCustomPrompt="1" idx="7" type="title"/>
          </p:nvPr>
        </p:nvSpPr>
        <p:spPr>
          <a:xfrm>
            <a:off x="713225" y="2994063"/>
            <a:ext cx="656100" cy="43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5" name="Google Shape;105;p13"/>
          <p:cNvSpPr txBox="1"/>
          <p:nvPr>
            <p:ph hasCustomPrompt="1" idx="8" type="title"/>
          </p:nvPr>
        </p:nvSpPr>
        <p:spPr>
          <a:xfrm>
            <a:off x="3359125" y="1142055"/>
            <a:ext cx="656100" cy="4380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6" name="Google Shape;106;p13"/>
          <p:cNvSpPr txBox="1"/>
          <p:nvPr>
            <p:ph idx="9" type="subTitle"/>
          </p:nvPr>
        </p:nvSpPr>
        <p:spPr>
          <a:xfrm>
            <a:off x="5997638" y="3870725"/>
            <a:ext cx="2426100" cy="538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3"/>
          <p:cNvSpPr txBox="1"/>
          <p:nvPr>
            <p:ph idx="13" type="subTitle"/>
          </p:nvPr>
        </p:nvSpPr>
        <p:spPr>
          <a:xfrm>
            <a:off x="5997638" y="2018025"/>
            <a:ext cx="2426100" cy="538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3"/>
          <p:cNvSpPr txBox="1"/>
          <p:nvPr>
            <p:ph hasCustomPrompt="1" idx="14" type="title"/>
          </p:nvPr>
        </p:nvSpPr>
        <p:spPr>
          <a:xfrm>
            <a:off x="5997638" y="2994063"/>
            <a:ext cx="656100" cy="43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9" name="Google Shape;109;p13"/>
          <p:cNvSpPr txBox="1"/>
          <p:nvPr>
            <p:ph hasCustomPrompt="1" idx="15" type="title"/>
          </p:nvPr>
        </p:nvSpPr>
        <p:spPr>
          <a:xfrm>
            <a:off x="5997638" y="1142055"/>
            <a:ext cx="656100" cy="4380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0" name="Google Shape;110;p13"/>
          <p:cNvSpPr txBox="1"/>
          <p:nvPr>
            <p:ph idx="16" type="subTitle"/>
          </p:nvPr>
        </p:nvSpPr>
        <p:spPr>
          <a:xfrm>
            <a:off x="713225" y="1594575"/>
            <a:ext cx="2423100" cy="4389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latin typeface="Quicksand"/>
                <a:ea typeface="Quicksand"/>
                <a:cs typeface="Quicksand"/>
                <a:sym typeface="Quicksa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11" name="Google Shape;111;p13"/>
          <p:cNvSpPr txBox="1"/>
          <p:nvPr>
            <p:ph idx="17" type="subTitle"/>
          </p:nvPr>
        </p:nvSpPr>
        <p:spPr>
          <a:xfrm>
            <a:off x="713225" y="3447136"/>
            <a:ext cx="2423100" cy="4284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latin typeface="Quicksand"/>
                <a:ea typeface="Quicksand"/>
                <a:cs typeface="Quicksand"/>
                <a:sym typeface="Quicksa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18" type="subTitle"/>
          </p:nvPr>
        </p:nvSpPr>
        <p:spPr>
          <a:xfrm>
            <a:off x="3359125" y="3447125"/>
            <a:ext cx="2423100" cy="4284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latin typeface="Quicksand"/>
                <a:ea typeface="Quicksand"/>
                <a:cs typeface="Quicksand"/>
                <a:sym typeface="Quicksa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19" type="subTitle"/>
          </p:nvPr>
        </p:nvSpPr>
        <p:spPr>
          <a:xfrm>
            <a:off x="3359125" y="1594575"/>
            <a:ext cx="2423100" cy="4389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latin typeface="Quicksand"/>
                <a:ea typeface="Quicksand"/>
                <a:cs typeface="Quicksand"/>
                <a:sym typeface="Quicksa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14" name="Google Shape;114;p13"/>
          <p:cNvSpPr txBox="1"/>
          <p:nvPr>
            <p:ph idx="20" type="subTitle"/>
          </p:nvPr>
        </p:nvSpPr>
        <p:spPr>
          <a:xfrm>
            <a:off x="5997638" y="3447125"/>
            <a:ext cx="2423100" cy="4284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latin typeface="Quicksand"/>
                <a:ea typeface="Quicksand"/>
                <a:cs typeface="Quicksand"/>
                <a:sym typeface="Quicksa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15" name="Google Shape;115;p13"/>
          <p:cNvSpPr txBox="1"/>
          <p:nvPr>
            <p:ph idx="21" type="subTitle"/>
          </p:nvPr>
        </p:nvSpPr>
        <p:spPr>
          <a:xfrm>
            <a:off x="5997638" y="1594575"/>
            <a:ext cx="2423100" cy="4389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latin typeface="Quicksand"/>
                <a:ea typeface="Quicksand"/>
                <a:cs typeface="Quicksand"/>
                <a:sym typeface="Quicksa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cxnSp>
        <p:nvCxnSpPr>
          <p:cNvPr id="116" name="Google Shape;116;p13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17" name="Google Shape;117;p13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8" name="Google Shape;118;p13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19" name="Google Shape;119;p13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20" name="Google Shape;120;p13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buNone/>
              <a:defRPr>
                <a:solidFill>
                  <a:schemeClr val="dk2"/>
                </a:solidFill>
              </a:defRPr>
            </a:lvl1pPr>
            <a:lvl2pPr lvl="1" rtl="0" algn="ctr">
              <a:buNone/>
              <a:defRPr>
                <a:solidFill>
                  <a:schemeClr val="dk2"/>
                </a:solidFill>
              </a:defRPr>
            </a:lvl2pPr>
            <a:lvl3pPr lvl="2" rtl="0" algn="ctr">
              <a:buNone/>
              <a:defRPr>
                <a:solidFill>
                  <a:schemeClr val="dk2"/>
                </a:solidFill>
              </a:defRPr>
            </a:lvl3pPr>
            <a:lvl4pPr lvl="3" rtl="0" algn="ctr">
              <a:buNone/>
              <a:defRPr>
                <a:solidFill>
                  <a:schemeClr val="dk2"/>
                </a:solidFill>
              </a:defRPr>
            </a:lvl4pPr>
            <a:lvl5pPr lvl="4" rtl="0" algn="ctr">
              <a:buNone/>
              <a:defRPr>
                <a:solidFill>
                  <a:schemeClr val="dk2"/>
                </a:solidFill>
              </a:defRPr>
            </a:lvl5pPr>
            <a:lvl6pPr lvl="5" rtl="0" algn="ctr">
              <a:buNone/>
              <a:defRPr>
                <a:solidFill>
                  <a:schemeClr val="dk2"/>
                </a:solidFill>
              </a:defRPr>
            </a:lvl6pPr>
            <a:lvl7pPr lvl="6" rtl="0" algn="ctr">
              <a:buNone/>
              <a:defRPr>
                <a:solidFill>
                  <a:schemeClr val="dk2"/>
                </a:solidFill>
              </a:defRPr>
            </a:lvl7pPr>
            <a:lvl8pPr lvl="7" rtl="0" algn="ctr">
              <a:buNone/>
              <a:defRPr>
                <a:solidFill>
                  <a:schemeClr val="dk2"/>
                </a:solidFill>
              </a:defRPr>
            </a:lvl8pPr>
            <a:lvl9pPr lvl="8" rtl="0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21" name="Google Shape;121;p13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4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4" name="Google Shape;124;p14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25" name="Google Shape;125;p14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6" name="Google Shape;126;p14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27" name="Google Shape;127;p14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28" name="Google Shape;128;p14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buNone/>
              <a:defRPr>
                <a:solidFill>
                  <a:schemeClr val="dk2"/>
                </a:solidFill>
              </a:defRPr>
            </a:lvl1pPr>
            <a:lvl2pPr lvl="1" rtl="0" algn="ctr">
              <a:buNone/>
              <a:defRPr>
                <a:solidFill>
                  <a:schemeClr val="dk2"/>
                </a:solidFill>
              </a:defRPr>
            </a:lvl2pPr>
            <a:lvl3pPr lvl="2" rtl="0" algn="ctr">
              <a:buNone/>
              <a:defRPr>
                <a:solidFill>
                  <a:schemeClr val="dk2"/>
                </a:solidFill>
              </a:defRPr>
            </a:lvl3pPr>
            <a:lvl4pPr lvl="3" rtl="0" algn="ctr">
              <a:buNone/>
              <a:defRPr>
                <a:solidFill>
                  <a:schemeClr val="dk2"/>
                </a:solidFill>
              </a:defRPr>
            </a:lvl4pPr>
            <a:lvl5pPr lvl="4" rtl="0" algn="ctr">
              <a:buNone/>
              <a:defRPr>
                <a:solidFill>
                  <a:schemeClr val="dk2"/>
                </a:solidFill>
              </a:defRPr>
            </a:lvl5pPr>
            <a:lvl6pPr lvl="5" rtl="0" algn="ctr">
              <a:buNone/>
              <a:defRPr>
                <a:solidFill>
                  <a:schemeClr val="dk2"/>
                </a:solidFill>
              </a:defRPr>
            </a:lvl6pPr>
            <a:lvl7pPr lvl="6" rtl="0" algn="ctr">
              <a:buNone/>
              <a:defRPr>
                <a:solidFill>
                  <a:schemeClr val="dk2"/>
                </a:solidFill>
              </a:defRPr>
            </a:lvl7pPr>
            <a:lvl8pPr lvl="7" rtl="0" algn="ctr">
              <a:buNone/>
              <a:defRPr>
                <a:solidFill>
                  <a:schemeClr val="dk2"/>
                </a:solidFill>
              </a:defRPr>
            </a:lvl8pPr>
            <a:lvl9pPr lvl="8" rtl="0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29" name="Google Shape;129;p14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130" name="Google Shape;130;p14"/>
          <p:cNvSpPr txBox="1"/>
          <p:nvPr>
            <p:ph type="title"/>
          </p:nvPr>
        </p:nvSpPr>
        <p:spPr>
          <a:xfrm>
            <a:off x="969900" y="3387600"/>
            <a:ext cx="7204200" cy="5319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31" name="Google Shape;131;p14"/>
          <p:cNvSpPr txBox="1"/>
          <p:nvPr>
            <p:ph idx="1" type="subTitle"/>
          </p:nvPr>
        </p:nvSpPr>
        <p:spPr>
          <a:xfrm>
            <a:off x="969900" y="1312625"/>
            <a:ext cx="7204200" cy="147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9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5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4" name="Google Shape;134;p15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35" name="Google Shape;135;p15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6" name="Google Shape;136;p15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37" name="Google Shape;137;p15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38" name="Google Shape;138;p15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buNone/>
              <a:defRPr>
                <a:solidFill>
                  <a:schemeClr val="dk2"/>
                </a:solidFill>
              </a:defRPr>
            </a:lvl1pPr>
            <a:lvl2pPr lvl="1" rtl="0" algn="ctr">
              <a:buNone/>
              <a:defRPr>
                <a:solidFill>
                  <a:schemeClr val="dk2"/>
                </a:solidFill>
              </a:defRPr>
            </a:lvl2pPr>
            <a:lvl3pPr lvl="2" rtl="0" algn="ctr">
              <a:buNone/>
              <a:defRPr>
                <a:solidFill>
                  <a:schemeClr val="dk2"/>
                </a:solidFill>
              </a:defRPr>
            </a:lvl3pPr>
            <a:lvl4pPr lvl="3" rtl="0" algn="ctr">
              <a:buNone/>
              <a:defRPr>
                <a:solidFill>
                  <a:schemeClr val="dk2"/>
                </a:solidFill>
              </a:defRPr>
            </a:lvl4pPr>
            <a:lvl5pPr lvl="4" rtl="0" algn="ctr">
              <a:buNone/>
              <a:defRPr>
                <a:solidFill>
                  <a:schemeClr val="dk2"/>
                </a:solidFill>
              </a:defRPr>
            </a:lvl5pPr>
            <a:lvl6pPr lvl="5" rtl="0" algn="ctr">
              <a:buNone/>
              <a:defRPr>
                <a:solidFill>
                  <a:schemeClr val="dk2"/>
                </a:solidFill>
              </a:defRPr>
            </a:lvl6pPr>
            <a:lvl7pPr lvl="6" rtl="0" algn="ctr">
              <a:buNone/>
              <a:defRPr>
                <a:solidFill>
                  <a:schemeClr val="dk2"/>
                </a:solidFill>
              </a:defRPr>
            </a:lvl7pPr>
            <a:lvl8pPr lvl="7" rtl="0" algn="ctr">
              <a:buNone/>
              <a:defRPr>
                <a:solidFill>
                  <a:schemeClr val="dk2"/>
                </a:solidFill>
              </a:defRPr>
            </a:lvl8pPr>
            <a:lvl9pPr lvl="8" rtl="0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39" name="Google Shape;139;p15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140" name="Google Shape;140;p15"/>
          <p:cNvSpPr txBox="1"/>
          <p:nvPr>
            <p:ph type="title"/>
          </p:nvPr>
        </p:nvSpPr>
        <p:spPr>
          <a:xfrm>
            <a:off x="720000" y="1148563"/>
            <a:ext cx="3944700" cy="160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41" name="Google Shape;141;p15"/>
          <p:cNvSpPr txBox="1"/>
          <p:nvPr>
            <p:ph idx="1" type="subTitle"/>
          </p:nvPr>
        </p:nvSpPr>
        <p:spPr>
          <a:xfrm>
            <a:off x="720000" y="2878638"/>
            <a:ext cx="3944700" cy="111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15"/>
          <p:cNvSpPr/>
          <p:nvPr>
            <p:ph idx="2" type="pic"/>
          </p:nvPr>
        </p:nvSpPr>
        <p:spPr>
          <a:xfrm>
            <a:off x="5149825" y="691038"/>
            <a:ext cx="3070800" cy="37614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6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5" name="Google Shape;145;p16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46" name="Google Shape;146;p16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7" name="Google Shape;147;p16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48" name="Google Shape;148;p16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49" name="Google Shape;149;p16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buNone/>
              <a:defRPr>
                <a:solidFill>
                  <a:schemeClr val="dk2"/>
                </a:solidFill>
              </a:defRPr>
            </a:lvl1pPr>
            <a:lvl2pPr lvl="1" rtl="0" algn="ctr">
              <a:buNone/>
              <a:defRPr>
                <a:solidFill>
                  <a:schemeClr val="dk2"/>
                </a:solidFill>
              </a:defRPr>
            </a:lvl2pPr>
            <a:lvl3pPr lvl="2" rtl="0" algn="ctr">
              <a:buNone/>
              <a:defRPr>
                <a:solidFill>
                  <a:schemeClr val="dk2"/>
                </a:solidFill>
              </a:defRPr>
            </a:lvl3pPr>
            <a:lvl4pPr lvl="3" rtl="0" algn="ctr">
              <a:buNone/>
              <a:defRPr>
                <a:solidFill>
                  <a:schemeClr val="dk2"/>
                </a:solidFill>
              </a:defRPr>
            </a:lvl4pPr>
            <a:lvl5pPr lvl="4" rtl="0" algn="ctr">
              <a:buNone/>
              <a:defRPr>
                <a:solidFill>
                  <a:schemeClr val="dk2"/>
                </a:solidFill>
              </a:defRPr>
            </a:lvl5pPr>
            <a:lvl6pPr lvl="5" rtl="0" algn="ctr">
              <a:buNone/>
              <a:defRPr>
                <a:solidFill>
                  <a:schemeClr val="dk2"/>
                </a:solidFill>
              </a:defRPr>
            </a:lvl6pPr>
            <a:lvl7pPr lvl="6" rtl="0" algn="ctr">
              <a:buNone/>
              <a:defRPr>
                <a:solidFill>
                  <a:schemeClr val="dk2"/>
                </a:solidFill>
              </a:defRPr>
            </a:lvl7pPr>
            <a:lvl8pPr lvl="7" rtl="0" algn="ctr">
              <a:buNone/>
              <a:defRPr>
                <a:solidFill>
                  <a:schemeClr val="dk2"/>
                </a:solidFill>
              </a:defRPr>
            </a:lvl8pPr>
            <a:lvl9pPr lvl="8" rtl="0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50" name="Google Shape;150;p16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151" name="Google Shape;151;p16"/>
          <p:cNvSpPr txBox="1"/>
          <p:nvPr>
            <p:ph type="title"/>
          </p:nvPr>
        </p:nvSpPr>
        <p:spPr>
          <a:xfrm>
            <a:off x="720000" y="1568400"/>
            <a:ext cx="2891400" cy="70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52" name="Google Shape;152;p16"/>
          <p:cNvSpPr txBox="1"/>
          <p:nvPr>
            <p:ph idx="1" type="subTitle"/>
          </p:nvPr>
        </p:nvSpPr>
        <p:spPr>
          <a:xfrm>
            <a:off x="720000" y="2268888"/>
            <a:ext cx="2891400" cy="13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7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5" name="Google Shape;155;p17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56" name="Google Shape;156;p17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7" name="Google Shape;157;p17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58" name="Google Shape;158;p17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59" name="Google Shape;159;p17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buNone/>
              <a:defRPr>
                <a:solidFill>
                  <a:schemeClr val="dk2"/>
                </a:solidFill>
              </a:defRPr>
            </a:lvl1pPr>
            <a:lvl2pPr lvl="1" rtl="0" algn="ctr">
              <a:buNone/>
              <a:defRPr>
                <a:solidFill>
                  <a:schemeClr val="dk2"/>
                </a:solidFill>
              </a:defRPr>
            </a:lvl2pPr>
            <a:lvl3pPr lvl="2" rtl="0" algn="ctr">
              <a:buNone/>
              <a:defRPr>
                <a:solidFill>
                  <a:schemeClr val="dk2"/>
                </a:solidFill>
              </a:defRPr>
            </a:lvl3pPr>
            <a:lvl4pPr lvl="3" rtl="0" algn="ctr">
              <a:buNone/>
              <a:defRPr>
                <a:solidFill>
                  <a:schemeClr val="dk2"/>
                </a:solidFill>
              </a:defRPr>
            </a:lvl4pPr>
            <a:lvl5pPr lvl="4" rtl="0" algn="ctr">
              <a:buNone/>
              <a:defRPr>
                <a:solidFill>
                  <a:schemeClr val="dk2"/>
                </a:solidFill>
              </a:defRPr>
            </a:lvl5pPr>
            <a:lvl6pPr lvl="5" rtl="0" algn="ctr">
              <a:buNone/>
              <a:defRPr>
                <a:solidFill>
                  <a:schemeClr val="dk2"/>
                </a:solidFill>
              </a:defRPr>
            </a:lvl6pPr>
            <a:lvl7pPr lvl="6" rtl="0" algn="ctr">
              <a:buNone/>
              <a:defRPr>
                <a:solidFill>
                  <a:schemeClr val="dk2"/>
                </a:solidFill>
              </a:defRPr>
            </a:lvl7pPr>
            <a:lvl8pPr lvl="7" rtl="0" algn="ctr">
              <a:buNone/>
              <a:defRPr>
                <a:solidFill>
                  <a:schemeClr val="dk2"/>
                </a:solidFill>
              </a:defRPr>
            </a:lvl8pPr>
            <a:lvl9pPr lvl="8" rtl="0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60" name="Google Shape;160;p17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161" name="Google Shape;161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2" name="Google Shape;162;p17"/>
          <p:cNvSpPr txBox="1"/>
          <p:nvPr>
            <p:ph idx="1" type="subTitle"/>
          </p:nvPr>
        </p:nvSpPr>
        <p:spPr>
          <a:xfrm>
            <a:off x="937625" y="3071250"/>
            <a:ext cx="2175300" cy="8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17"/>
          <p:cNvSpPr txBox="1"/>
          <p:nvPr>
            <p:ph idx="2" type="subTitle"/>
          </p:nvPr>
        </p:nvSpPr>
        <p:spPr>
          <a:xfrm>
            <a:off x="3484346" y="3071250"/>
            <a:ext cx="2175300" cy="8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17"/>
          <p:cNvSpPr txBox="1"/>
          <p:nvPr>
            <p:ph idx="3" type="subTitle"/>
          </p:nvPr>
        </p:nvSpPr>
        <p:spPr>
          <a:xfrm>
            <a:off x="6031074" y="3071250"/>
            <a:ext cx="2175300" cy="8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17"/>
          <p:cNvSpPr txBox="1"/>
          <p:nvPr>
            <p:ph idx="4" type="subTitle"/>
          </p:nvPr>
        </p:nvSpPr>
        <p:spPr>
          <a:xfrm>
            <a:off x="937625" y="2690250"/>
            <a:ext cx="2175300" cy="3657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66" name="Google Shape;166;p17"/>
          <p:cNvSpPr txBox="1"/>
          <p:nvPr>
            <p:ph idx="5" type="subTitle"/>
          </p:nvPr>
        </p:nvSpPr>
        <p:spPr>
          <a:xfrm>
            <a:off x="3484347" y="2690250"/>
            <a:ext cx="2175300" cy="3657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67" name="Google Shape;167;p17"/>
          <p:cNvSpPr txBox="1"/>
          <p:nvPr>
            <p:ph idx="6" type="subTitle"/>
          </p:nvPr>
        </p:nvSpPr>
        <p:spPr>
          <a:xfrm>
            <a:off x="6031075" y="2690250"/>
            <a:ext cx="2175300" cy="3657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6_1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8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0" name="Google Shape;170;p18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71" name="Google Shape;171;p18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2" name="Google Shape;172;p18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73" name="Google Shape;173;p18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74" name="Google Shape;174;p18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buNone/>
              <a:defRPr>
                <a:solidFill>
                  <a:schemeClr val="dk2"/>
                </a:solidFill>
              </a:defRPr>
            </a:lvl1pPr>
            <a:lvl2pPr lvl="1" rtl="0" algn="ctr">
              <a:buNone/>
              <a:defRPr>
                <a:solidFill>
                  <a:schemeClr val="dk2"/>
                </a:solidFill>
              </a:defRPr>
            </a:lvl2pPr>
            <a:lvl3pPr lvl="2" rtl="0" algn="ctr">
              <a:buNone/>
              <a:defRPr>
                <a:solidFill>
                  <a:schemeClr val="dk2"/>
                </a:solidFill>
              </a:defRPr>
            </a:lvl3pPr>
            <a:lvl4pPr lvl="3" rtl="0" algn="ctr">
              <a:buNone/>
              <a:defRPr>
                <a:solidFill>
                  <a:schemeClr val="dk2"/>
                </a:solidFill>
              </a:defRPr>
            </a:lvl4pPr>
            <a:lvl5pPr lvl="4" rtl="0" algn="ctr">
              <a:buNone/>
              <a:defRPr>
                <a:solidFill>
                  <a:schemeClr val="dk2"/>
                </a:solidFill>
              </a:defRPr>
            </a:lvl5pPr>
            <a:lvl6pPr lvl="5" rtl="0" algn="ctr">
              <a:buNone/>
              <a:defRPr>
                <a:solidFill>
                  <a:schemeClr val="dk2"/>
                </a:solidFill>
              </a:defRPr>
            </a:lvl6pPr>
            <a:lvl7pPr lvl="6" rtl="0" algn="ctr">
              <a:buNone/>
              <a:defRPr>
                <a:solidFill>
                  <a:schemeClr val="dk2"/>
                </a:solidFill>
              </a:defRPr>
            </a:lvl7pPr>
            <a:lvl8pPr lvl="7" rtl="0" algn="ctr">
              <a:buNone/>
              <a:defRPr>
                <a:solidFill>
                  <a:schemeClr val="dk2"/>
                </a:solidFill>
              </a:defRPr>
            </a:lvl8pPr>
            <a:lvl9pPr lvl="8" rtl="0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75" name="Google Shape;175;p18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176" name="Google Shape;176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77" name="Google Shape;177;p18"/>
          <p:cNvSpPr txBox="1"/>
          <p:nvPr>
            <p:ph idx="1" type="subTitle"/>
          </p:nvPr>
        </p:nvSpPr>
        <p:spPr>
          <a:xfrm>
            <a:off x="720025" y="1610942"/>
            <a:ext cx="7704000" cy="53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18"/>
          <p:cNvSpPr txBox="1"/>
          <p:nvPr>
            <p:ph idx="2" type="subTitle"/>
          </p:nvPr>
        </p:nvSpPr>
        <p:spPr>
          <a:xfrm>
            <a:off x="720025" y="2731125"/>
            <a:ext cx="77040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18"/>
          <p:cNvSpPr txBox="1"/>
          <p:nvPr>
            <p:ph idx="3" type="subTitle"/>
          </p:nvPr>
        </p:nvSpPr>
        <p:spPr>
          <a:xfrm>
            <a:off x="720025" y="3851625"/>
            <a:ext cx="77040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p18"/>
          <p:cNvSpPr txBox="1"/>
          <p:nvPr>
            <p:ph idx="4" type="subTitle"/>
          </p:nvPr>
        </p:nvSpPr>
        <p:spPr>
          <a:xfrm>
            <a:off x="720025" y="1241274"/>
            <a:ext cx="7704000" cy="3936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81" name="Google Shape;181;p18"/>
          <p:cNvSpPr txBox="1"/>
          <p:nvPr>
            <p:ph idx="5" type="subTitle"/>
          </p:nvPr>
        </p:nvSpPr>
        <p:spPr>
          <a:xfrm>
            <a:off x="720025" y="2350125"/>
            <a:ext cx="7704000" cy="3936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82" name="Google Shape;182;p18"/>
          <p:cNvSpPr txBox="1"/>
          <p:nvPr>
            <p:ph idx="6" type="subTitle"/>
          </p:nvPr>
        </p:nvSpPr>
        <p:spPr>
          <a:xfrm>
            <a:off x="720025" y="3470625"/>
            <a:ext cx="7704000" cy="3936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2">
  <p:cSld name="CUSTOM_6_1_1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9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5" name="Google Shape;185;p19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86" name="Google Shape;186;p19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7" name="Google Shape;187;p19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88" name="Google Shape;188;p19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89" name="Google Shape;189;p19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buNone/>
              <a:defRPr>
                <a:solidFill>
                  <a:schemeClr val="dk2"/>
                </a:solidFill>
              </a:defRPr>
            </a:lvl1pPr>
            <a:lvl2pPr lvl="1" rtl="0" algn="ctr">
              <a:buNone/>
              <a:defRPr>
                <a:solidFill>
                  <a:schemeClr val="dk2"/>
                </a:solidFill>
              </a:defRPr>
            </a:lvl2pPr>
            <a:lvl3pPr lvl="2" rtl="0" algn="ctr">
              <a:buNone/>
              <a:defRPr>
                <a:solidFill>
                  <a:schemeClr val="dk2"/>
                </a:solidFill>
              </a:defRPr>
            </a:lvl3pPr>
            <a:lvl4pPr lvl="3" rtl="0" algn="ctr">
              <a:buNone/>
              <a:defRPr>
                <a:solidFill>
                  <a:schemeClr val="dk2"/>
                </a:solidFill>
              </a:defRPr>
            </a:lvl4pPr>
            <a:lvl5pPr lvl="4" rtl="0" algn="ctr">
              <a:buNone/>
              <a:defRPr>
                <a:solidFill>
                  <a:schemeClr val="dk2"/>
                </a:solidFill>
              </a:defRPr>
            </a:lvl5pPr>
            <a:lvl6pPr lvl="5" rtl="0" algn="ctr">
              <a:buNone/>
              <a:defRPr>
                <a:solidFill>
                  <a:schemeClr val="dk2"/>
                </a:solidFill>
              </a:defRPr>
            </a:lvl6pPr>
            <a:lvl7pPr lvl="6" rtl="0" algn="ctr">
              <a:buNone/>
              <a:defRPr>
                <a:solidFill>
                  <a:schemeClr val="dk2"/>
                </a:solidFill>
              </a:defRPr>
            </a:lvl7pPr>
            <a:lvl8pPr lvl="7" rtl="0" algn="ctr">
              <a:buNone/>
              <a:defRPr>
                <a:solidFill>
                  <a:schemeClr val="dk2"/>
                </a:solidFill>
              </a:defRPr>
            </a:lvl8pPr>
            <a:lvl9pPr lvl="8" rtl="0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90" name="Google Shape;190;p19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191" name="Google Shape;191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2" name="Google Shape;192;p19"/>
          <p:cNvSpPr txBox="1"/>
          <p:nvPr>
            <p:ph idx="1" type="subTitle"/>
          </p:nvPr>
        </p:nvSpPr>
        <p:spPr>
          <a:xfrm>
            <a:off x="1381625" y="1718025"/>
            <a:ext cx="70425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p19"/>
          <p:cNvSpPr txBox="1"/>
          <p:nvPr>
            <p:ph idx="2" type="subTitle"/>
          </p:nvPr>
        </p:nvSpPr>
        <p:spPr>
          <a:xfrm>
            <a:off x="1381635" y="2861025"/>
            <a:ext cx="70425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19"/>
          <p:cNvSpPr txBox="1"/>
          <p:nvPr>
            <p:ph idx="3" type="subTitle"/>
          </p:nvPr>
        </p:nvSpPr>
        <p:spPr>
          <a:xfrm>
            <a:off x="1381635" y="4004025"/>
            <a:ext cx="70425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19"/>
          <p:cNvSpPr txBox="1"/>
          <p:nvPr>
            <p:ph idx="4" type="subTitle"/>
          </p:nvPr>
        </p:nvSpPr>
        <p:spPr>
          <a:xfrm>
            <a:off x="1381625" y="1406025"/>
            <a:ext cx="7042500" cy="3336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96" name="Google Shape;196;p19"/>
          <p:cNvSpPr txBox="1"/>
          <p:nvPr>
            <p:ph idx="5" type="subTitle"/>
          </p:nvPr>
        </p:nvSpPr>
        <p:spPr>
          <a:xfrm>
            <a:off x="1381625" y="2526575"/>
            <a:ext cx="7042500" cy="3336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97" name="Google Shape;197;p19"/>
          <p:cNvSpPr txBox="1"/>
          <p:nvPr>
            <p:ph idx="6" type="subTitle"/>
          </p:nvPr>
        </p:nvSpPr>
        <p:spPr>
          <a:xfrm>
            <a:off x="1381625" y="3647125"/>
            <a:ext cx="7042500" cy="3336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0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0" name="Google Shape;200;p20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201" name="Google Shape;201;p20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2" name="Google Shape;202;p20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203" name="Google Shape;203;p20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204" name="Google Shape;204;p20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buNone/>
              <a:defRPr>
                <a:solidFill>
                  <a:schemeClr val="dk2"/>
                </a:solidFill>
              </a:defRPr>
            </a:lvl1pPr>
            <a:lvl2pPr lvl="1" rtl="0" algn="ctr">
              <a:buNone/>
              <a:defRPr>
                <a:solidFill>
                  <a:schemeClr val="dk2"/>
                </a:solidFill>
              </a:defRPr>
            </a:lvl2pPr>
            <a:lvl3pPr lvl="2" rtl="0" algn="ctr">
              <a:buNone/>
              <a:defRPr>
                <a:solidFill>
                  <a:schemeClr val="dk2"/>
                </a:solidFill>
              </a:defRPr>
            </a:lvl3pPr>
            <a:lvl4pPr lvl="3" rtl="0" algn="ctr">
              <a:buNone/>
              <a:defRPr>
                <a:solidFill>
                  <a:schemeClr val="dk2"/>
                </a:solidFill>
              </a:defRPr>
            </a:lvl4pPr>
            <a:lvl5pPr lvl="4" rtl="0" algn="ctr">
              <a:buNone/>
              <a:defRPr>
                <a:solidFill>
                  <a:schemeClr val="dk2"/>
                </a:solidFill>
              </a:defRPr>
            </a:lvl5pPr>
            <a:lvl6pPr lvl="5" rtl="0" algn="ctr">
              <a:buNone/>
              <a:defRPr>
                <a:solidFill>
                  <a:schemeClr val="dk2"/>
                </a:solidFill>
              </a:defRPr>
            </a:lvl6pPr>
            <a:lvl7pPr lvl="6" rtl="0" algn="ctr">
              <a:buNone/>
              <a:defRPr>
                <a:solidFill>
                  <a:schemeClr val="dk2"/>
                </a:solidFill>
              </a:defRPr>
            </a:lvl7pPr>
            <a:lvl8pPr lvl="7" rtl="0" algn="ctr">
              <a:buNone/>
              <a:defRPr>
                <a:solidFill>
                  <a:schemeClr val="dk2"/>
                </a:solidFill>
              </a:defRPr>
            </a:lvl8pPr>
            <a:lvl9pPr lvl="8" rtl="0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05" name="Google Shape;205;p20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206" name="Google Shape;206;p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07" name="Google Shape;207;p20"/>
          <p:cNvSpPr txBox="1"/>
          <p:nvPr>
            <p:ph idx="1" type="subTitle"/>
          </p:nvPr>
        </p:nvSpPr>
        <p:spPr>
          <a:xfrm>
            <a:off x="1545775" y="1975263"/>
            <a:ext cx="2556900" cy="9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p20"/>
          <p:cNvSpPr txBox="1"/>
          <p:nvPr>
            <p:ph idx="2" type="subTitle"/>
          </p:nvPr>
        </p:nvSpPr>
        <p:spPr>
          <a:xfrm>
            <a:off x="5041325" y="1975263"/>
            <a:ext cx="2556900" cy="9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p20"/>
          <p:cNvSpPr txBox="1"/>
          <p:nvPr>
            <p:ph idx="3" type="subTitle"/>
          </p:nvPr>
        </p:nvSpPr>
        <p:spPr>
          <a:xfrm>
            <a:off x="1545775" y="3691500"/>
            <a:ext cx="2556900" cy="9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20"/>
          <p:cNvSpPr txBox="1"/>
          <p:nvPr>
            <p:ph idx="4" type="subTitle"/>
          </p:nvPr>
        </p:nvSpPr>
        <p:spPr>
          <a:xfrm>
            <a:off x="5041325" y="3691500"/>
            <a:ext cx="2556900" cy="9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11" name="Google Shape;211;p20"/>
          <p:cNvSpPr txBox="1"/>
          <p:nvPr>
            <p:ph idx="5" type="subTitle"/>
          </p:nvPr>
        </p:nvSpPr>
        <p:spPr>
          <a:xfrm>
            <a:off x="1545775" y="1670463"/>
            <a:ext cx="2556900" cy="3549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12" name="Google Shape;212;p20"/>
          <p:cNvSpPr txBox="1"/>
          <p:nvPr>
            <p:ph idx="6" type="subTitle"/>
          </p:nvPr>
        </p:nvSpPr>
        <p:spPr>
          <a:xfrm>
            <a:off x="5041325" y="1670463"/>
            <a:ext cx="2556900" cy="3549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13" name="Google Shape;213;p20"/>
          <p:cNvSpPr txBox="1"/>
          <p:nvPr>
            <p:ph idx="7" type="subTitle"/>
          </p:nvPr>
        </p:nvSpPr>
        <p:spPr>
          <a:xfrm>
            <a:off x="1545775" y="3386700"/>
            <a:ext cx="2556900" cy="3549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14" name="Google Shape;214;p20"/>
          <p:cNvSpPr txBox="1"/>
          <p:nvPr>
            <p:ph idx="8" type="subTitle"/>
          </p:nvPr>
        </p:nvSpPr>
        <p:spPr>
          <a:xfrm>
            <a:off x="5041325" y="3386700"/>
            <a:ext cx="2556900" cy="3549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_1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1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7" name="Google Shape;217;p21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218" name="Google Shape;218;p21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9" name="Google Shape;219;p21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220" name="Google Shape;220;p21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221" name="Google Shape;221;p21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buNone/>
              <a:defRPr>
                <a:solidFill>
                  <a:schemeClr val="dk2"/>
                </a:solidFill>
              </a:defRPr>
            </a:lvl1pPr>
            <a:lvl2pPr lvl="1" rtl="0" algn="ctr">
              <a:buNone/>
              <a:defRPr>
                <a:solidFill>
                  <a:schemeClr val="dk2"/>
                </a:solidFill>
              </a:defRPr>
            </a:lvl2pPr>
            <a:lvl3pPr lvl="2" rtl="0" algn="ctr">
              <a:buNone/>
              <a:defRPr>
                <a:solidFill>
                  <a:schemeClr val="dk2"/>
                </a:solidFill>
              </a:defRPr>
            </a:lvl3pPr>
            <a:lvl4pPr lvl="3" rtl="0" algn="ctr">
              <a:buNone/>
              <a:defRPr>
                <a:solidFill>
                  <a:schemeClr val="dk2"/>
                </a:solidFill>
              </a:defRPr>
            </a:lvl4pPr>
            <a:lvl5pPr lvl="4" rtl="0" algn="ctr">
              <a:buNone/>
              <a:defRPr>
                <a:solidFill>
                  <a:schemeClr val="dk2"/>
                </a:solidFill>
              </a:defRPr>
            </a:lvl5pPr>
            <a:lvl6pPr lvl="5" rtl="0" algn="ctr">
              <a:buNone/>
              <a:defRPr>
                <a:solidFill>
                  <a:schemeClr val="dk2"/>
                </a:solidFill>
              </a:defRPr>
            </a:lvl6pPr>
            <a:lvl7pPr lvl="6" rtl="0" algn="ctr">
              <a:buNone/>
              <a:defRPr>
                <a:solidFill>
                  <a:schemeClr val="dk2"/>
                </a:solidFill>
              </a:defRPr>
            </a:lvl7pPr>
            <a:lvl8pPr lvl="7" rtl="0" algn="ctr">
              <a:buNone/>
              <a:defRPr>
                <a:solidFill>
                  <a:schemeClr val="dk2"/>
                </a:solidFill>
              </a:defRPr>
            </a:lvl8pPr>
            <a:lvl9pPr lvl="8" rtl="0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22" name="Google Shape;222;p21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223" name="Google Shape;223;p2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4" name="Google Shape;224;p21"/>
          <p:cNvSpPr txBox="1"/>
          <p:nvPr>
            <p:ph idx="1" type="subTitle"/>
          </p:nvPr>
        </p:nvSpPr>
        <p:spPr>
          <a:xfrm>
            <a:off x="903950" y="2149201"/>
            <a:ext cx="21912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25" name="Google Shape;225;p21"/>
          <p:cNvSpPr txBox="1"/>
          <p:nvPr>
            <p:ph idx="2" type="subTitle"/>
          </p:nvPr>
        </p:nvSpPr>
        <p:spPr>
          <a:xfrm>
            <a:off x="3478550" y="2149201"/>
            <a:ext cx="21825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21"/>
          <p:cNvSpPr txBox="1"/>
          <p:nvPr>
            <p:ph idx="3" type="subTitle"/>
          </p:nvPr>
        </p:nvSpPr>
        <p:spPr>
          <a:xfrm>
            <a:off x="903950" y="3579425"/>
            <a:ext cx="21912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27" name="Google Shape;227;p21"/>
          <p:cNvSpPr txBox="1"/>
          <p:nvPr>
            <p:ph idx="4" type="subTitle"/>
          </p:nvPr>
        </p:nvSpPr>
        <p:spPr>
          <a:xfrm>
            <a:off x="3478550" y="3579425"/>
            <a:ext cx="21825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21"/>
          <p:cNvSpPr txBox="1"/>
          <p:nvPr>
            <p:ph idx="5" type="subTitle"/>
          </p:nvPr>
        </p:nvSpPr>
        <p:spPr>
          <a:xfrm>
            <a:off x="6048850" y="2149201"/>
            <a:ext cx="2199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21"/>
          <p:cNvSpPr txBox="1"/>
          <p:nvPr>
            <p:ph idx="6" type="subTitle"/>
          </p:nvPr>
        </p:nvSpPr>
        <p:spPr>
          <a:xfrm>
            <a:off x="6048850" y="3579425"/>
            <a:ext cx="2199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30" name="Google Shape;230;p21"/>
          <p:cNvSpPr txBox="1"/>
          <p:nvPr>
            <p:ph idx="7" type="subTitle"/>
          </p:nvPr>
        </p:nvSpPr>
        <p:spPr>
          <a:xfrm>
            <a:off x="908250" y="1656600"/>
            <a:ext cx="2182500" cy="4425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31" name="Google Shape;231;p21"/>
          <p:cNvSpPr txBox="1"/>
          <p:nvPr>
            <p:ph idx="8" type="subTitle"/>
          </p:nvPr>
        </p:nvSpPr>
        <p:spPr>
          <a:xfrm>
            <a:off x="3482836" y="1656600"/>
            <a:ext cx="2173800" cy="4425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32" name="Google Shape;232;p21"/>
          <p:cNvSpPr txBox="1"/>
          <p:nvPr>
            <p:ph idx="9" type="subTitle"/>
          </p:nvPr>
        </p:nvSpPr>
        <p:spPr>
          <a:xfrm>
            <a:off x="6053173" y="1656600"/>
            <a:ext cx="2191200" cy="4425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33" name="Google Shape;233;p21"/>
          <p:cNvSpPr txBox="1"/>
          <p:nvPr>
            <p:ph idx="13" type="subTitle"/>
          </p:nvPr>
        </p:nvSpPr>
        <p:spPr>
          <a:xfrm>
            <a:off x="908250" y="3086800"/>
            <a:ext cx="2182500" cy="4425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34" name="Google Shape;234;p21"/>
          <p:cNvSpPr txBox="1"/>
          <p:nvPr>
            <p:ph idx="14" type="subTitle"/>
          </p:nvPr>
        </p:nvSpPr>
        <p:spPr>
          <a:xfrm>
            <a:off x="3482836" y="3086800"/>
            <a:ext cx="2173800" cy="4425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35" name="Google Shape;235;p21"/>
          <p:cNvSpPr txBox="1"/>
          <p:nvPr>
            <p:ph idx="15" type="subTitle"/>
          </p:nvPr>
        </p:nvSpPr>
        <p:spPr>
          <a:xfrm>
            <a:off x="6053173" y="3086800"/>
            <a:ext cx="2191200" cy="4425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_1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2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8" name="Google Shape;238;p22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239" name="Google Shape;239;p22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40" name="Google Shape;240;p22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241" name="Google Shape;241;p22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242" name="Google Shape;242;p22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buNone/>
              <a:defRPr>
                <a:solidFill>
                  <a:schemeClr val="dk2"/>
                </a:solidFill>
              </a:defRPr>
            </a:lvl1pPr>
            <a:lvl2pPr lvl="1" rtl="0" algn="ctr">
              <a:buNone/>
              <a:defRPr>
                <a:solidFill>
                  <a:schemeClr val="dk2"/>
                </a:solidFill>
              </a:defRPr>
            </a:lvl2pPr>
            <a:lvl3pPr lvl="2" rtl="0" algn="ctr">
              <a:buNone/>
              <a:defRPr>
                <a:solidFill>
                  <a:schemeClr val="dk2"/>
                </a:solidFill>
              </a:defRPr>
            </a:lvl3pPr>
            <a:lvl4pPr lvl="3" rtl="0" algn="ctr">
              <a:buNone/>
              <a:defRPr>
                <a:solidFill>
                  <a:schemeClr val="dk2"/>
                </a:solidFill>
              </a:defRPr>
            </a:lvl4pPr>
            <a:lvl5pPr lvl="4" rtl="0" algn="ctr">
              <a:buNone/>
              <a:defRPr>
                <a:solidFill>
                  <a:schemeClr val="dk2"/>
                </a:solidFill>
              </a:defRPr>
            </a:lvl5pPr>
            <a:lvl6pPr lvl="5" rtl="0" algn="ctr">
              <a:buNone/>
              <a:defRPr>
                <a:solidFill>
                  <a:schemeClr val="dk2"/>
                </a:solidFill>
              </a:defRPr>
            </a:lvl6pPr>
            <a:lvl7pPr lvl="6" rtl="0" algn="ctr">
              <a:buNone/>
              <a:defRPr>
                <a:solidFill>
                  <a:schemeClr val="dk2"/>
                </a:solidFill>
              </a:defRPr>
            </a:lvl7pPr>
            <a:lvl8pPr lvl="7" rtl="0" algn="ctr">
              <a:buNone/>
              <a:defRPr>
                <a:solidFill>
                  <a:schemeClr val="dk2"/>
                </a:solidFill>
              </a:defRPr>
            </a:lvl8pPr>
            <a:lvl9pPr lvl="8" rtl="0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43" name="Google Shape;243;p22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244" name="Google Shape;244;p22"/>
          <p:cNvSpPr txBox="1"/>
          <p:nvPr>
            <p:ph hasCustomPrompt="1" type="title"/>
          </p:nvPr>
        </p:nvSpPr>
        <p:spPr>
          <a:xfrm>
            <a:off x="2223600" y="552112"/>
            <a:ext cx="4696800" cy="76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45" name="Google Shape;245;p22"/>
          <p:cNvSpPr txBox="1"/>
          <p:nvPr>
            <p:ph idx="1" type="subTitle"/>
          </p:nvPr>
        </p:nvSpPr>
        <p:spPr>
          <a:xfrm>
            <a:off x="2223600" y="1364275"/>
            <a:ext cx="4696800" cy="4287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246" name="Google Shape;246;p22"/>
          <p:cNvSpPr txBox="1"/>
          <p:nvPr>
            <p:ph hasCustomPrompt="1" idx="2" type="title"/>
          </p:nvPr>
        </p:nvSpPr>
        <p:spPr>
          <a:xfrm>
            <a:off x="2223600" y="1904368"/>
            <a:ext cx="4696800" cy="76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47" name="Google Shape;247;p22"/>
          <p:cNvSpPr txBox="1"/>
          <p:nvPr>
            <p:ph idx="3" type="subTitle"/>
          </p:nvPr>
        </p:nvSpPr>
        <p:spPr>
          <a:xfrm>
            <a:off x="2223600" y="2716527"/>
            <a:ext cx="4696800" cy="4467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248" name="Google Shape;248;p22"/>
          <p:cNvSpPr txBox="1"/>
          <p:nvPr>
            <p:ph hasCustomPrompt="1" idx="4" type="title"/>
          </p:nvPr>
        </p:nvSpPr>
        <p:spPr>
          <a:xfrm>
            <a:off x="2223600" y="3256624"/>
            <a:ext cx="4696800" cy="76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49" name="Google Shape;249;p22"/>
          <p:cNvSpPr txBox="1"/>
          <p:nvPr>
            <p:ph idx="5" type="subTitle"/>
          </p:nvPr>
        </p:nvSpPr>
        <p:spPr>
          <a:xfrm>
            <a:off x="2223600" y="4068797"/>
            <a:ext cx="4696800" cy="4467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3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23"/>
          <p:cNvSpPr txBox="1"/>
          <p:nvPr>
            <p:ph type="title"/>
          </p:nvPr>
        </p:nvSpPr>
        <p:spPr>
          <a:xfrm>
            <a:off x="2347938" y="540000"/>
            <a:ext cx="44481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7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53" name="Google Shape;253;p23"/>
          <p:cNvSpPr txBox="1"/>
          <p:nvPr>
            <p:ph idx="1" type="subTitle"/>
          </p:nvPr>
        </p:nvSpPr>
        <p:spPr>
          <a:xfrm>
            <a:off x="2347900" y="1717825"/>
            <a:ext cx="4448100" cy="12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54" name="Google Shape;254;p23"/>
          <p:cNvSpPr txBox="1"/>
          <p:nvPr/>
        </p:nvSpPr>
        <p:spPr>
          <a:xfrm>
            <a:off x="2099100" y="36119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CREDITS: This presentation template was created by </a:t>
            </a:r>
            <a:r>
              <a:rPr b="1" lang="en" sz="1200" u="sng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1" lang="en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,</a:t>
            </a:r>
            <a:r>
              <a:rPr lang="en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and includes icons by</a:t>
            </a:r>
            <a:r>
              <a:rPr b="1" lang="en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b="1" lang="en" sz="1200" u="sng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1" lang="en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,</a:t>
            </a:r>
            <a:r>
              <a:rPr lang="en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and infographics &amp; images by </a:t>
            </a:r>
            <a:r>
              <a:rPr b="1" lang="en" sz="1200" u="sng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1" lang="en" sz="1200" u="sng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endParaRPr b="1" sz="1200" u="sng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cxnSp>
        <p:nvCxnSpPr>
          <p:cNvPr id="255" name="Google Shape;255;p23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256" name="Google Shape;256;p23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7" name="Google Shape;257;p23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258" name="Google Shape;258;p23"/>
          <p:cNvCxnSpPr/>
          <p:nvPr/>
        </p:nvCxnSpPr>
        <p:spPr>
          <a:xfrm flipH="1" rot="10800000">
            <a:off x="347659" y="4749851"/>
            <a:ext cx="8448600" cy="33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oval"/>
          </a:ln>
        </p:spPr>
      </p:cxn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7"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4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2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62" name="Google Shape;262;p24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263" name="Google Shape;263;p24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4" name="Google Shape;264;p24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265" name="Google Shape;265;p24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266" name="Google Shape;266;p24"/>
          <p:cNvSpPr txBox="1"/>
          <p:nvPr>
            <p:ph idx="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buNone/>
              <a:defRPr>
                <a:solidFill>
                  <a:schemeClr val="lt1"/>
                </a:solidFill>
              </a:defRPr>
            </a:lvl1pPr>
            <a:lvl2pPr lvl="1" rtl="0" algn="ctr">
              <a:buNone/>
              <a:defRPr>
                <a:solidFill>
                  <a:schemeClr val="lt1"/>
                </a:solidFill>
              </a:defRPr>
            </a:lvl2pPr>
            <a:lvl3pPr lvl="2" rtl="0" algn="ctr">
              <a:buNone/>
              <a:defRPr>
                <a:solidFill>
                  <a:schemeClr val="lt1"/>
                </a:solidFill>
              </a:defRPr>
            </a:lvl3pPr>
            <a:lvl4pPr lvl="3" rtl="0" algn="ctr">
              <a:buNone/>
              <a:defRPr>
                <a:solidFill>
                  <a:schemeClr val="lt1"/>
                </a:solidFill>
              </a:defRPr>
            </a:lvl4pPr>
            <a:lvl5pPr lvl="4" rtl="0" algn="ctr">
              <a:buNone/>
              <a:defRPr>
                <a:solidFill>
                  <a:schemeClr val="lt1"/>
                </a:solidFill>
              </a:defRPr>
            </a:lvl5pPr>
            <a:lvl6pPr lvl="5" rtl="0" algn="ctr">
              <a:buNone/>
              <a:defRPr>
                <a:solidFill>
                  <a:schemeClr val="lt1"/>
                </a:solidFill>
              </a:defRPr>
            </a:lvl6pPr>
            <a:lvl7pPr lvl="6" rtl="0" algn="ctr">
              <a:buNone/>
              <a:defRPr>
                <a:solidFill>
                  <a:schemeClr val="lt1"/>
                </a:solidFill>
              </a:defRPr>
            </a:lvl7pPr>
            <a:lvl8pPr lvl="7" rtl="0" algn="ctr">
              <a:buNone/>
              <a:defRPr>
                <a:solidFill>
                  <a:schemeClr val="lt1"/>
                </a:solidFill>
              </a:defRPr>
            </a:lvl8pPr>
            <a:lvl9pPr lvl="8" rtl="0" algn="ctr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67" name="Google Shape;267;p24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8"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0" name="Google Shape;270;p25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71" name="Google Shape;271;p25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272" name="Google Shape;272;p25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73" name="Google Shape;273;p25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274" name="Google Shape;274;p25"/>
          <p:cNvCxnSpPr/>
          <p:nvPr/>
        </p:nvCxnSpPr>
        <p:spPr>
          <a:xfrm flipH="1" rot="10800000">
            <a:off x="347659" y="4749851"/>
            <a:ext cx="8448600" cy="33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oval"/>
          </a:ln>
        </p:spPr>
      </p:cxn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7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283" name="Google Shape;283;p27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284" name="Google Shape;284;p27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8"/>
          <p:cNvSpPr txBox="1"/>
          <p:nvPr>
            <p:ph type="ctrTitle"/>
          </p:nvPr>
        </p:nvSpPr>
        <p:spPr>
          <a:xfrm>
            <a:off x="342900" y="1065213"/>
            <a:ext cx="3886200" cy="735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287" name="Google Shape;287;p28"/>
          <p:cNvSpPr txBox="1"/>
          <p:nvPr>
            <p:ph idx="1" type="subTitle"/>
          </p:nvPr>
        </p:nvSpPr>
        <p:spPr>
          <a:xfrm>
            <a:off x="685800" y="1943100"/>
            <a:ext cx="32004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lvl="0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88" name="Google Shape;288;p28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289" name="Google Shape;289;p28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290" name="Google Shape;290;p28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9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293" name="Google Shape;293;p29"/>
          <p:cNvSpPr txBox="1"/>
          <p:nvPr>
            <p:ph idx="1" type="body"/>
          </p:nvPr>
        </p:nvSpPr>
        <p:spPr>
          <a:xfrm>
            <a:off x="228600" y="800100"/>
            <a:ext cx="41148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294" name="Google Shape;294;p29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295" name="Google Shape;295;p29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296" name="Google Shape;296;p29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0"/>
          <p:cNvSpPr txBox="1"/>
          <p:nvPr>
            <p:ph type="title"/>
          </p:nvPr>
        </p:nvSpPr>
        <p:spPr>
          <a:xfrm>
            <a:off x="361156" y="2203450"/>
            <a:ext cx="3886200" cy="681038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 cap="none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299" name="Google Shape;299;p30"/>
          <p:cNvSpPr txBox="1"/>
          <p:nvPr>
            <p:ph idx="1" type="body"/>
          </p:nvPr>
        </p:nvSpPr>
        <p:spPr>
          <a:xfrm>
            <a:off x="361156" y="1453357"/>
            <a:ext cx="3886200" cy="750094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 sz="1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0" name="Google Shape;300;p30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301" name="Google Shape;301;p30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302" name="Google Shape;302;p30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1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305" name="Google Shape;305;p31"/>
          <p:cNvSpPr txBox="1"/>
          <p:nvPr>
            <p:ph idx="1" type="body"/>
          </p:nvPr>
        </p:nvSpPr>
        <p:spPr>
          <a:xfrm>
            <a:off x="228600" y="800100"/>
            <a:ext cx="20193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048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306" name="Google Shape;306;p31"/>
          <p:cNvSpPr txBox="1"/>
          <p:nvPr>
            <p:ph idx="2" type="body"/>
          </p:nvPr>
        </p:nvSpPr>
        <p:spPr>
          <a:xfrm>
            <a:off x="2324100" y="800100"/>
            <a:ext cx="20193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048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307" name="Google Shape;307;p31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308" name="Google Shape;308;p31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309" name="Google Shape;309;p31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2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312" name="Google Shape;312;p32"/>
          <p:cNvSpPr txBox="1"/>
          <p:nvPr>
            <p:ph idx="1" type="body"/>
          </p:nvPr>
        </p:nvSpPr>
        <p:spPr>
          <a:xfrm>
            <a:off x="228600" y="767556"/>
            <a:ext cx="2020094" cy="319881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9pPr>
          </a:lstStyle>
          <a:p/>
        </p:txBody>
      </p:sp>
      <p:sp>
        <p:nvSpPr>
          <p:cNvPr id="313" name="Google Shape;313;p32"/>
          <p:cNvSpPr txBox="1"/>
          <p:nvPr>
            <p:ph idx="2" type="body"/>
          </p:nvPr>
        </p:nvSpPr>
        <p:spPr>
          <a:xfrm>
            <a:off x="228600" y="1087438"/>
            <a:ext cx="2020094" cy="1975644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048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indent="-2921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indent="-2794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indent="-2794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indent="-2794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indent="-2794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2794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indent="-2794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/>
        </p:txBody>
      </p:sp>
      <p:sp>
        <p:nvSpPr>
          <p:cNvPr id="314" name="Google Shape;314;p32"/>
          <p:cNvSpPr txBox="1"/>
          <p:nvPr>
            <p:ph idx="3" type="body"/>
          </p:nvPr>
        </p:nvSpPr>
        <p:spPr>
          <a:xfrm>
            <a:off x="2322513" y="767556"/>
            <a:ext cx="2020888" cy="319881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9pPr>
          </a:lstStyle>
          <a:p/>
        </p:txBody>
      </p:sp>
      <p:sp>
        <p:nvSpPr>
          <p:cNvPr id="315" name="Google Shape;315;p32"/>
          <p:cNvSpPr txBox="1"/>
          <p:nvPr>
            <p:ph idx="4" type="body"/>
          </p:nvPr>
        </p:nvSpPr>
        <p:spPr>
          <a:xfrm>
            <a:off x="2322513" y="1087438"/>
            <a:ext cx="2020888" cy="1975644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048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indent="-2921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indent="-2794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indent="-2794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indent="-2794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indent="-2794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2794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indent="-2794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/>
        </p:txBody>
      </p:sp>
      <p:sp>
        <p:nvSpPr>
          <p:cNvPr id="316" name="Google Shape;316;p32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317" name="Google Shape;317;p32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318" name="Google Shape;318;p32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3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321" name="Google Shape;321;p33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322" name="Google Shape;322;p33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323" name="Google Shape;323;p33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4"/>
          <p:cNvSpPr txBox="1"/>
          <p:nvPr>
            <p:ph type="title"/>
          </p:nvPr>
        </p:nvSpPr>
        <p:spPr>
          <a:xfrm>
            <a:off x="228600" y="136525"/>
            <a:ext cx="1504157" cy="581025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326" name="Google Shape;326;p34"/>
          <p:cNvSpPr txBox="1"/>
          <p:nvPr>
            <p:ph idx="1" type="body"/>
          </p:nvPr>
        </p:nvSpPr>
        <p:spPr>
          <a:xfrm>
            <a:off x="1787525" y="136525"/>
            <a:ext cx="2555875" cy="2926557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2pPr>
            <a:lvl3pPr indent="-3048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2921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4pPr>
            <a:lvl5pPr indent="-2921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 sz="1000"/>
            </a:lvl5pPr>
            <a:lvl6pPr indent="-2921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indent="-2921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indent="-2921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indent="-2921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/>
        </p:txBody>
      </p:sp>
      <p:sp>
        <p:nvSpPr>
          <p:cNvPr id="327" name="Google Shape;327;p34"/>
          <p:cNvSpPr txBox="1"/>
          <p:nvPr>
            <p:ph idx="2" type="body"/>
          </p:nvPr>
        </p:nvSpPr>
        <p:spPr>
          <a:xfrm>
            <a:off x="228600" y="717550"/>
            <a:ext cx="1504157" cy="234553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indent="-228600" lvl="1" marL="914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indent="-22860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328" name="Google Shape;328;p34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329" name="Google Shape;329;p34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330" name="Google Shape;330;p34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5"/>
          <p:cNvSpPr txBox="1"/>
          <p:nvPr>
            <p:ph type="title"/>
          </p:nvPr>
        </p:nvSpPr>
        <p:spPr>
          <a:xfrm>
            <a:off x="896144" y="2400300"/>
            <a:ext cx="2743200" cy="283369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333" name="Google Shape;333;p35"/>
          <p:cNvSpPr/>
          <p:nvPr>
            <p:ph idx="2" type="pic"/>
          </p:nvPr>
        </p:nvSpPr>
        <p:spPr>
          <a:xfrm>
            <a:off x="896144" y="306388"/>
            <a:ext cx="2743200" cy="2057400"/>
          </a:xfrm>
          <a:prstGeom prst="rect">
            <a:avLst/>
          </a:prstGeom>
          <a:noFill/>
          <a:ln>
            <a:noFill/>
          </a:ln>
        </p:spPr>
      </p:sp>
      <p:sp>
        <p:nvSpPr>
          <p:cNvPr id="334" name="Google Shape;334;p35"/>
          <p:cNvSpPr txBox="1"/>
          <p:nvPr>
            <p:ph idx="1" type="body"/>
          </p:nvPr>
        </p:nvSpPr>
        <p:spPr>
          <a:xfrm>
            <a:off x="896144" y="2683669"/>
            <a:ext cx="2743200" cy="402431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indent="-228600" lvl="1" marL="914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indent="-22860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335" name="Google Shape;335;p35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336" name="Google Shape;336;p35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337" name="Google Shape;337;p35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6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340" name="Google Shape;340;p36"/>
          <p:cNvSpPr txBox="1"/>
          <p:nvPr>
            <p:ph idx="1" type="body"/>
          </p:nvPr>
        </p:nvSpPr>
        <p:spPr>
          <a:xfrm rot="5400000">
            <a:off x="1154509" y="-125809"/>
            <a:ext cx="2262982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341" name="Google Shape;341;p36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342" name="Google Shape;342;p36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343" name="Google Shape;343;p36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7"/>
          <p:cNvSpPr txBox="1"/>
          <p:nvPr>
            <p:ph type="title"/>
          </p:nvPr>
        </p:nvSpPr>
        <p:spPr>
          <a:xfrm rot="5400000">
            <a:off x="2366169" y="1085850"/>
            <a:ext cx="2925763" cy="10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346" name="Google Shape;346;p37"/>
          <p:cNvSpPr txBox="1"/>
          <p:nvPr>
            <p:ph idx="1" type="body"/>
          </p:nvPr>
        </p:nvSpPr>
        <p:spPr>
          <a:xfrm rot="5400000">
            <a:off x="270669" y="95250"/>
            <a:ext cx="2925763" cy="30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347" name="Google Shape;347;p37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348" name="Google Shape;348;p37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349" name="Google Shape;349;p37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5" Type="http://schemas.openxmlformats.org/officeDocument/2006/relationships/theme" Target="../theme/theme3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4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b="1" sz="30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b="1" sz="30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b="1" sz="30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b="1" sz="30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b="1" sz="30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b="1" sz="30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b="1" sz="30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b="1" sz="30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b="1" sz="30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40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6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9pPr>
          </a:lstStyle>
          <a:p/>
        </p:txBody>
      </p:sp>
      <p:sp>
        <p:nvSpPr>
          <p:cNvPr id="277" name="Google Shape;277;p26"/>
          <p:cNvSpPr txBox="1"/>
          <p:nvPr>
            <p:ph idx="1" type="body"/>
          </p:nvPr>
        </p:nvSpPr>
        <p:spPr>
          <a:xfrm>
            <a:off x="228600" y="800100"/>
            <a:ext cx="41148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4800" lvl="2" marL="1371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2100" lvl="3" marL="18288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–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2100" lvl="4" marL="22860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2100" lvl="5" marL="27432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2100" lvl="6" marL="32004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2100" lvl="7" marL="3657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2100" lvl="8" marL="41148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8" name="Google Shape;278;p26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9" name="Google Shape;279;p26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0" name="Google Shape;280;p26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comments" Target="../comments/comment1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Relationship Id="rId4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5.xml"/><Relationship Id="rId3" Type="http://schemas.openxmlformats.org/officeDocument/2006/relationships/comments" Target="../comments/comment2.xml"/><Relationship Id="rId4" Type="http://schemas.openxmlformats.org/officeDocument/2006/relationships/image" Target="../media/image18.jpg"/><Relationship Id="rId5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6.xml"/><Relationship Id="rId3" Type="http://schemas.openxmlformats.org/officeDocument/2006/relationships/comments" Target="../comments/comment3.xml"/><Relationship Id="rId4" Type="http://schemas.openxmlformats.org/officeDocument/2006/relationships/image" Target="../media/image3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Relationship Id="rId4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.png"/><Relationship Id="rId4" Type="http://schemas.openxmlformats.org/officeDocument/2006/relationships/image" Target="../media/image1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1.png"/><Relationship Id="rId4" Type="http://schemas.openxmlformats.org/officeDocument/2006/relationships/image" Target="../media/image19.png"/><Relationship Id="rId5" Type="http://schemas.openxmlformats.org/officeDocument/2006/relationships/image" Target="../media/image2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6.xml"/><Relationship Id="rId3" Type="http://schemas.openxmlformats.org/officeDocument/2006/relationships/comments" Target="../comments/comment4.xml"/><Relationship Id="rId4" Type="http://schemas.openxmlformats.org/officeDocument/2006/relationships/image" Target="../media/image2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8"/>
          <p:cNvSpPr txBox="1"/>
          <p:nvPr>
            <p:ph type="ctrTitle"/>
          </p:nvPr>
        </p:nvSpPr>
        <p:spPr>
          <a:xfrm>
            <a:off x="1655575" y="450625"/>
            <a:ext cx="5925600" cy="176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/>
              <a:t>Synthetic Sensor Data Generation for Mental Health Human Computer Interaction</a:t>
            </a:r>
            <a:endParaRPr b="1" sz="2800">
              <a:solidFill>
                <a:schemeClr val="dk2"/>
              </a:solidFill>
            </a:endParaRPr>
          </a:p>
        </p:txBody>
      </p:sp>
      <p:sp>
        <p:nvSpPr>
          <p:cNvPr id="355" name="Google Shape;355;p38"/>
          <p:cNvSpPr txBox="1"/>
          <p:nvPr>
            <p:ph idx="1" type="subTitle"/>
          </p:nvPr>
        </p:nvSpPr>
        <p:spPr>
          <a:xfrm>
            <a:off x="1609188" y="2309000"/>
            <a:ext cx="5942700" cy="176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TEAM</a:t>
            </a:r>
            <a:endParaRPr b="1"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Abhishek Singh Maurya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Devara Bhavana Sri Harshitha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Telugu Tharun Kumar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Rahul Kumar Verma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Suyash Chitransh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Professor - Bivas Mitra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Mentor - Tarannum Ara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cxnSp>
        <p:nvCxnSpPr>
          <p:cNvPr id="356" name="Google Shape;356;p38"/>
          <p:cNvCxnSpPr/>
          <p:nvPr/>
        </p:nvCxnSpPr>
        <p:spPr>
          <a:xfrm flipH="1" rot="10800000">
            <a:off x="1562800" y="2096995"/>
            <a:ext cx="5942700" cy="6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oval"/>
          </a:ln>
        </p:spPr>
      </p:cxnSp>
      <p:cxnSp>
        <p:nvCxnSpPr>
          <p:cNvPr id="357" name="Google Shape;357;p38"/>
          <p:cNvCxnSpPr/>
          <p:nvPr/>
        </p:nvCxnSpPr>
        <p:spPr>
          <a:xfrm flipH="1" rot="10800000">
            <a:off x="1600650" y="450621"/>
            <a:ext cx="5942700" cy="6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358" name="Google Shape;358;p38"/>
          <p:cNvSpPr/>
          <p:nvPr/>
        </p:nvSpPr>
        <p:spPr>
          <a:xfrm>
            <a:off x="2075600" y="720454"/>
            <a:ext cx="239400" cy="2160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38"/>
          <p:cNvSpPr/>
          <p:nvPr/>
        </p:nvSpPr>
        <p:spPr>
          <a:xfrm>
            <a:off x="6925400" y="720454"/>
            <a:ext cx="239400" cy="2160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8"/>
          <p:cNvSpPr txBox="1"/>
          <p:nvPr>
            <p:ph type="ctrTitle"/>
          </p:nvPr>
        </p:nvSpPr>
        <p:spPr>
          <a:xfrm>
            <a:off x="1954488" y="4298675"/>
            <a:ext cx="5235000" cy="39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Mulish"/>
                <a:ea typeface="Mulish"/>
                <a:cs typeface="Mulish"/>
                <a:sym typeface="Mulish"/>
              </a:rPr>
              <a:t>Department of Computer Science and Engineering</a:t>
            </a:r>
            <a:endParaRPr b="1" sz="1600">
              <a:solidFill>
                <a:schemeClr val="dk2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Basic Outline</a:t>
            </a:r>
            <a:endParaRPr/>
          </a:p>
        </p:txBody>
      </p:sp>
      <p:sp>
        <p:nvSpPr>
          <p:cNvPr id="366" name="Google Shape;366;p39"/>
          <p:cNvSpPr txBox="1"/>
          <p:nvPr>
            <p:ph idx="3" type="subTitle"/>
          </p:nvPr>
        </p:nvSpPr>
        <p:spPr>
          <a:xfrm>
            <a:off x="3359125" y="3870725"/>
            <a:ext cx="2426100" cy="5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showcase of our work</a:t>
            </a:r>
            <a:endParaRPr sz="1600"/>
          </a:p>
        </p:txBody>
      </p:sp>
      <p:sp>
        <p:nvSpPr>
          <p:cNvPr id="367" name="Google Shape;367;p39"/>
          <p:cNvSpPr txBox="1"/>
          <p:nvPr>
            <p:ph idx="1" type="subTitle"/>
          </p:nvPr>
        </p:nvSpPr>
        <p:spPr>
          <a:xfrm>
            <a:off x="713225" y="2018125"/>
            <a:ext cx="2426100" cy="5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Statement, Motivation, Challenges, and Contribution.</a:t>
            </a:r>
            <a:endParaRPr/>
          </a:p>
        </p:txBody>
      </p:sp>
      <p:sp>
        <p:nvSpPr>
          <p:cNvPr id="368" name="Google Shape;368;p39"/>
          <p:cNvSpPr txBox="1"/>
          <p:nvPr>
            <p:ph idx="2" type="subTitle"/>
          </p:nvPr>
        </p:nvSpPr>
        <p:spPr>
          <a:xfrm>
            <a:off x="713225" y="3870728"/>
            <a:ext cx="2426100" cy="5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did we find?</a:t>
            </a:r>
            <a:endParaRPr/>
          </a:p>
        </p:txBody>
      </p:sp>
      <p:sp>
        <p:nvSpPr>
          <p:cNvPr id="369" name="Google Shape;369;p39"/>
          <p:cNvSpPr txBox="1"/>
          <p:nvPr>
            <p:ph idx="4" type="subTitle"/>
          </p:nvPr>
        </p:nvSpPr>
        <p:spPr>
          <a:xfrm>
            <a:off x="3359125" y="2018025"/>
            <a:ext cx="2426100" cy="5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datasets are we using?</a:t>
            </a:r>
            <a:endParaRPr/>
          </a:p>
        </p:txBody>
      </p:sp>
      <p:sp>
        <p:nvSpPr>
          <p:cNvPr id="370" name="Google Shape;370;p39"/>
          <p:cNvSpPr txBox="1"/>
          <p:nvPr>
            <p:ph idx="5" type="title"/>
          </p:nvPr>
        </p:nvSpPr>
        <p:spPr>
          <a:xfrm>
            <a:off x="713225" y="1141288"/>
            <a:ext cx="656100" cy="43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371" name="Google Shape;371;p39"/>
          <p:cNvSpPr txBox="1"/>
          <p:nvPr>
            <p:ph idx="6" type="title"/>
          </p:nvPr>
        </p:nvSpPr>
        <p:spPr>
          <a:xfrm>
            <a:off x="3359125" y="2994063"/>
            <a:ext cx="656100" cy="43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372" name="Google Shape;372;p39"/>
          <p:cNvSpPr txBox="1"/>
          <p:nvPr>
            <p:ph idx="7" type="title"/>
          </p:nvPr>
        </p:nvSpPr>
        <p:spPr>
          <a:xfrm>
            <a:off x="713225" y="2994063"/>
            <a:ext cx="656100" cy="43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373" name="Google Shape;373;p39"/>
          <p:cNvSpPr txBox="1"/>
          <p:nvPr>
            <p:ph idx="8" type="title"/>
          </p:nvPr>
        </p:nvSpPr>
        <p:spPr>
          <a:xfrm>
            <a:off x="3359125" y="1142055"/>
            <a:ext cx="656100" cy="43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374" name="Google Shape;374;p39"/>
          <p:cNvSpPr txBox="1"/>
          <p:nvPr>
            <p:ph idx="9" type="subTitle"/>
          </p:nvPr>
        </p:nvSpPr>
        <p:spPr>
          <a:xfrm>
            <a:off x="5997638" y="3870725"/>
            <a:ext cx="2426100" cy="5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 words</a:t>
            </a:r>
            <a:endParaRPr/>
          </a:p>
        </p:txBody>
      </p:sp>
      <p:sp>
        <p:nvSpPr>
          <p:cNvPr id="375" name="Google Shape;375;p39"/>
          <p:cNvSpPr txBox="1"/>
          <p:nvPr>
            <p:ph idx="14" type="title"/>
          </p:nvPr>
        </p:nvSpPr>
        <p:spPr>
          <a:xfrm>
            <a:off x="5997638" y="2994063"/>
            <a:ext cx="656100" cy="43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376" name="Google Shape;376;p39"/>
          <p:cNvSpPr txBox="1"/>
          <p:nvPr>
            <p:ph idx="16" type="subTitle"/>
          </p:nvPr>
        </p:nvSpPr>
        <p:spPr>
          <a:xfrm>
            <a:off x="713225" y="1594575"/>
            <a:ext cx="2423100" cy="43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377" name="Google Shape;377;p39"/>
          <p:cNvSpPr txBox="1"/>
          <p:nvPr>
            <p:ph idx="17" type="subTitle"/>
          </p:nvPr>
        </p:nvSpPr>
        <p:spPr>
          <a:xfrm>
            <a:off x="713225" y="3447136"/>
            <a:ext cx="2423100" cy="42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sp>
        <p:nvSpPr>
          <p:cNvPr id="378" name="Google Shape;378;p39"/>
          <p:cNvSpPr txBox="1"/>
          <p:nvPr>
            <p:ph idx="18" type="subTitle"/>
          </p:nvPr>
        </p:nvSpPr>
        <p:spPr>
          <a:xfrm>
            <a:off x="3359125" y="3447125"/>
            <a:ext cx="2423100" cy="42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</a:t>
            </a:r>
            <a:endParaRPr/>
          </a:p>
        </p:txBody>
      </p:sp>
      <p:sp>
        <p:nvSpPr>
          <p:cNvPr id="379" name="Google Shape;379;p39"/>
          <p:cNvSpPr txBox="1"/>
          <p:nvPr>
            <p:ph idx="19" type="subTitle"/>
          </p:nvPr>
        </p:nvSpPr>
        <p:spPr>
          <a:xfrm>
            <a:off x="3359125" y="1594575"/>
            <a:ext cx="2423100" cy="43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Datasets</a:t>
            </a:r>
            <a:endParaRPr/>
          </a:p>
        </p:txBody>
      </p:sp>
      <p:sp>
        <p:nvSpPr>
          <p:cNvPr id="380" name="Google Shape;380;p39"/>
          <p:cNvSpPr txBox="1"/>
          <p:nvPr>
            <p:ph idx="20" type="subTitle"/>
          </p:nvPr>
        </p:nvSpPr>
        <p:spPr>
          <a:xfrm>
            <a:off x="5997638" y="3447125"/>
            <a:ext cx="2423100" cy="42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381" name="Google Shape;381;p39"/>
          <p:cNvSpPr txBox="1"/>
          <p:nvPr>
            <p:ph idx="4" type="subTitle"/>
          </p:nvPr>
        </p:nvSpPr>
        <p:spPr>
          <a:xfrm>
            <a:off x="6005025" y="2018125"/>
            <a:ext cx="2426100" cy="5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Models did we use?</a:t>
            </a:r>
            <a:endParaRPr/>
          </a:p>
        </p:txBody>
      </p:sp>
      <p:sp>
        <p:nvSpPr>
          <p:cNvPr id="382" name="Google Shape;382;p39"/>
          <p:cNvSpPr txBox="1"/>
          <p:nvPr>
            <p:ph idx="8" type="title"/>
          </p:nvPr>
        </p:nvSpPr>
        <p:spPr>
          <a:xfrm>
            <a:off x="6005025" y="1142155"/>
            <a:ext cx="656100" cy="43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383" name="Google Shape;383;p39"/>
          <p:cNvSpPr txBox="1"/>
          <p:nvPr>
            <p:ph idx="19" type="subTitle"/>
          </p:nvPr>
        </p:nvSpPr>
        <p:spPr>
          <a:xfrm>
            <a:off x="6005025" y="1594675"/>
            <a:ext cx="2423100" cy="43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0"/>
          <p:cNvSpPr txBox="1"/>
          <p:nvPr>
            <p:ph type="title"/>
          </p:nvPr>
        </p:nvSpPr>
        <p:spPr>
          <a:xfrm>
            <a:off x="3579950" y="1854500"/>
            <a:ext cx="36048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/>
              <a:t>Introduction</a:t>
            </a:r>
            <a:endParaRPr sz="4400"/>
          </a:p>
        </p:txBody>
      </p:sp>
      <p:sp>
        <p:nvSpPr>
          <p:cNvPr id="389" name="Google Shape;389;p40"/>
          <p:cNvSpPr txBox="1"/>
          <p:nvPr>
            <p:ph idx="1" type="subTitle"/>
          </p:nvPr>
        </p:nvSpPr>
        <p:spPr>
          <a:xfrm>
            <a:off x="1959250" y="2939075"/>
            <a:ext cx="5225400" cy="4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Statement, Motivation, Challenges, Contribution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40"/>
          <p:cNvSpPr txBox="1"/>
          <p:nvPr>
            <p:ph idx="2" type="title"/>
          </p:nvPr>
        </p:nvSpPr>
        <p:spPr>
          <a:xfrm>
            <a:off x="1959250" y="1854500"/>
            <a:ext cx="11898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cxnSp>
        <p:nvCxnSpPr>
          <p:cNvPr id="391" name="Google Shape;391;p40"/>
          <p:cNvCxnSpPr/>
          <p:nvPr/>
        </p:nvCxnSpPr>
        <p:spPr>
          <a:xfrm flipH="1" rot="10800000">
            <a:off x="1600600" y="2910566"/>
            <a:ext cx="5942700" cy="66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oval"/>
          </a:ln>
        </p:spPr>
      </p:cxnSp>
      <p:cxnSp>
        <p:nvCxnSpPr>
          <p:cNvPr id="392" name="Google Shape;392;p40"/>
          <p:cNvCxnSpPr/>
          <p:nvPr/>
        </p:nvCxnSpPr>
        <p:spPr>
          <a:xfrm flipH="1" rot="10800000">
            <a:off x="1600600" y="1714341"/>
            <a:ext cx="5942700" cy="66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393" name="Google Shape;393;p40"/>
          <p:cNvSpPr/>
          <p:nvPr/>
        </p:nvSpPr>
        <p:spPr>
          <a:xfrm>
            <a:off x="3244800" y="2217963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40"/>
          <p:cNvSpPr/>
          <p:nvPr/>
        </p:nvSpPr>
        <p:spPr>
          <a:xfrm>
            <a:off x="7280500" y="2217963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4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Synthetic Data?</a:t>
            </a:r>
            <a:endParaRPr/>
          </a:p>
        </p:txBody>
      </p:sp>
      <p:sp>
        <p:nvSpPr>
          <p:cNvPr id="400" name="Google Shape;400;p41"/>
          <p:cNvSpPr txBox="1"/>
          <p:nvPr>
            <p:ph idx="1" type="subTitle"/>
          </p:nvPr>
        </p:nvSpPr>
        <p:spPr>
          <a:xfrm>
            <a:off x="1307013" y="1820520"/>
            <a:ext cx="6248400" cy="468000"/>
          </a:xfrm>
          <a:prstGeom prst="rect">
            <a:avLst/>
          </a:prstGeom>
        </p:spPr>
        <p:txBody>
          <a:bodyPr anchorCtr="0" anchor="t" bIns="81125" lIns="81125" spcFirstLastPara="1" rIns="81125" wrap="square" tIns="81125">
            <a:noAutofit/>
          </a:bodyPr>
          <a:lstStyle/>
          <a:p>
            <a:pPr indent="-279020" lvl="0" marL="405641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Real-world datasets are often small, imbalanced, or incomplete.</a:t>
            </a:r>
            <a:endParaRPr sz="1200"/>
          </a:p>
          <a:p>
            <a:pPr indent="-279020" lvl="0" marL="405641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Hard to collect large, diverse samples across conditions.</a:t>
            </a:r>
            <a:endParaRPr sz="1200"/>
          </a:p>
        </p:txBody>
      </p:sp>
      <p:sp>
        <p:nvSpPr>
          <p:cNvPr id="401" name="Google Shape;401;p41"/>
          <p:cNvSpPr txBox="1"/>
          <p:nvPr>
            <p:ph idx="2" type="subTitle"/>
          </p:nvPr>
        </p:nvSpPr>
        <p:spPr>
          <a:xfrm>
            <a:off x="1307022" y="2834622"/>
            <a:ext cx="6248400" cy="468000"/>
          </a:xfrm>
          <a:prstGeom prst="rect">
            <a:avLst/>
          </a:prstGeom>
        </p:spPr>
        <p:txBody>
          <a:bodyPr anchorCtr="0" anchor="t" bIns="81125" lIns="81125" spcFirstLastPara="1" rIns="81125" wrap="square" tIns="81125">
            <a:noAutofit/>
          </a:bodyPr>
          <a:lstStyle/>
          <a:p>
            <a:pPr indent="-279020" lvl="0" marL="405641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Data collection and labeling require time, expertise, and resources.</a:t>
            </a:r>
            <a:endParaRPr sz="1200"/>
          </a:p>
          <a:p>
            <a:pPr indent="-279020" lvl="0" marL="405641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In sensitive domains (e.g., healthcare, finance), data is restricted or expensive.</a:t>
            </a:r>
            <a:endParaRPr sz="1200"/>
          </a:p>
        </p:txBody>
      </p:sp>
      <p:sp>
        <p:nvSpPr>
          <p:cNvPr id="402" name="Google Shape;402;p41"/>
          <p:cNvSpPr txBox="1"/>
          <p:nvPr>
            <p:ph idx="3" type="subTitle"/>
          </p:nvPr>
        </p:nvSpPr>
        <p:spPr>
          <a:xfrm>
            <a:off x="1307022" y="3848724"/>
            <a:ext cx="6248400" cy="468000"/>
          </a:xfrm>
          <a:prstGeom prst="rect">
            <a:avLst/>
          </a:prstGeom>
        </p:spPr>
        <p:txBody>
          <a:bodyPr anchorCtr="0" anchor="t" bIns="81125" lIns="81125" spcFirstLastPara="1" rIns="81125" wrap="square" tIns="81125">
            <a:noAutofit/>
          </a:bodyPr>
          <a:lstStyle/>
          <a:p>
            <a:pPr indent="-279020" lvl="0" marL="405641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Real data often contains confidential or personal information.</a:t>
            </a:r>
            <a:endParaRPr sz="1200"/>
          </a:p>
          <a:p>
            <a:pPr indent="-279020" lvl="0" marL="405641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Raises privacy, compliance, and sharing issues.</a:t>
            </a:r>
            <a:endParaRPr sz="1200"/>
          </a:p>
        </p:txBody>
      </p:sp>
      <p:sp>
        <p:nvSpPr>
          <p:cNvPr id="403" name="Google Shape;403;p41"/>
          <p:cNvSpPr/>
          <p:nvPr/>
        </p:nvSpPr>
        <p:spPr>
          <a:xfrm>
            <a:off x="720001" y="1485536"/>
            <a:ext cx="380700" cy="380700"/>
          </a:xfrm>
          <a:prstGeom prst="ellipse">
            <a:avLst/>
          </a:prstGeom>
          <a:noFill/>
          <a:ln cap="flat" cmpd="sng" w="169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125" lIns="81125" spcFirstLastPara="1" rIns="81125" wrap="square" tIns="811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86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rPr>
              <a:t>1</a:t>
            </a:r>
            <a:endParaRPr b="1" sz="1686">
              <a:solidFill>
                <a:schemeClr val="dk2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404" name="Google Shape;404;p41"/>
          <p:cNvSpPr/>
          <p:nvPr/>
        </p:nvSpPr>
        <p:spPr>
          <a:xfrm>
            <a:off x="720003" y="2495558"/>
            <a:ext cx="380700" cy="380700"/>
          </a:xfrm>
          <a:prstGeom prst="ellipse">
            <a:avLst/>
          </a:prstGeom>
          <a:noFill/>
          <a:ln cap="flat" cmpd="sng" w="169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125" lIns="81125" spcFirstLastPara="1" rIns="81125" wrap="square" tIns="811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86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rPr>
              <a:t>2</a:t>
            </a:r>
            <a:endParaRPr b="1" sz="1686">
              <a:solidFill>
                <a:schemeClr val="dk2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405" name="Google Shape;405;p41"/>
          <p:cNvSpPr/>
          <p:nvPr/>
        </p:nvSpPr>
        <p:spPr>
          <a:xfrm>
            <a:off x="720000" y="3505598"/>
            <a:ext cx="380700" cy="380700"/>
          </a:xfrm>
          <a:prstGeom prst="ellipse">
            <a:avLst/>
          </a:prstGeom>
          <a:noFill/>
          <a:ln cap="flat" cmpd="sng" w="169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125" lIns="81125" spcFirstLastPara="1" rIns="81125" wrap="square" tIns="811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86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rPr>
              <a:t>3</a:t>
            </a:r>
            <a:endParaRPr b="1" sz="1686">
              <a:solidFill>
                <a:schemeClr val="dk2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406" name="Google Shape;406;p41"/>
          <p:cNvSpPr txBox="1"/>
          <p:nvPr>
            <p:ph idx="4" type="subTitle"/>
          </p:nvPr>
        </p:nvSpPr>
        <p:spPr>
          <a:xfrm>
            <a:off x="1307013" y="1543705"/>
            <a:ext cx="6248400" cy="295800"/>
          </a:xfrm>
          <a:prstGeom prst="rect">
            <a:avLst/>
          </a:prstGeom>
        </p:spPr>
        <p:txBody>
          <a:bodyPr anchorCtr="0" anchor="ctr" bIns="81125" lIns="81125" spcFirstLastPara="1" rIns="81125" wrap="square" tIns="81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Limited</a:t>
            </a:r>
            <a:endParaRPr sz="1400"/>
          </a:p>
        </p:txBody>
      </p:sp>
      <p:sp>
        <p:nvSpPr>
          <p:cNvPr id="407" name="Google Shape;407;p41"/>
          <p:cNvSpPr txBox="1"/>
          <p:nvPr>
            <p:ph idx="5" type="subTitle"/>
          </p:nvPr>
        </p:nvSpPr>
        <p:spPr>
          <a:xfrm>
            <a:off x="1307013" y="2537889"/>
            <a:ext cx="6248400" cy="295800"/>
          </a:xfrm>
          <a:prstGeom prst="rect">
            <a:avLst/>
          </a:prstGeom>
        </p:spPr>
        <p:txBody>
          <a:bodyPr anchorCtr="0" anchor="ctr" bIns="81125" lIns="81125" spcFirstLastPara="1" rIns="81125" wrap="square" tIns="81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Costly</a:t>
            </a:r>
            <a:endParaRPr sz="1400"/>
          </a:p>
        </p:txBody>
      </p:sp>
      <p:sp>
        <p:nvSpPr>
          <p:cNvPr id="408" name="Google Shape;408;p41"/>
          <p:cNvSpPr txBox="1"/>
          <p:nvPr>
            <p:ph idx="6" type="subTitle"/>
          </p:nvPr>
        </p:nvSpPr>
        <p:spPr>
          <a:xfrm>
            <a:off x="1307013" y="3532072"/>
            <a:ext cx="6248400" cy="295800"/>
          </a:xfrm>
          <a:prstGeom prst="rect">
            <a:avLst/>
          </a:prstGeom>
        </p:spPr>
        <p:txBody>
          <a:bodyPr anchorCtr="0" anchor="ctr" bIns="81125" lIns="81125" spcFirstLastPara="1" rIns="81125" wrap="square" tIns="81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Private</a:t>
            </a:r>
            <a:endParaRPr sz="1400"/>
          </a:p>
        </p:txBody>
      </p:sp>
      <p:sp>
        <p:nvSpPr>
          <p:cNvPr id="409" name="Google Shape;409;p41"/>
          <p:cNvSpPr txBox="1"/>
          <p:nvPr>
            <p:ph idx="1" type="subTitle"/>
          </p:nvPr>
        </p:nvSpPr>
        <p:spPr>
          <a:xfrm>
            <a:off x="758275" y="1062625"/>
            <a:ext cx="7042500" cy="39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The issues with Real-world Datasets are:</a:t>
            </a:r>
            <a:endParaRPr sz="1200"/>
          </a:p>
        </p:txBody>
      </p:sp>
      <p:sp>
        <p:nvSpPr>
          <p:cNvPr id="410" name="Google Shape;410;p41"/>
          <p:cNvSpPr txBox="1"/>
          <p:nvPr>
            <p:ph idx="1" type="subTitle"/>
          </p:nvPr>
        </p:nvSpPr>
        <p:spPr>
          <a:xfrm>
            <a:off x="758275" y="4330200"/>
            <a:ext cx="7761300" cy="39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Hence, we turn to synthetic data- a scalable, privacy-safe alternative for training AI models.</a:t>
            </a:r>
            <a:endParaRPr sz="1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4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What makes Time-Series generation hard?</a:t>
            </a:r>
            <a:endParaRPr sz="2800"/>
          </a:p>
        </p:txBody>
      </p:sp>
      <p:sp>
        <p:nvSpPr>
          <p:cNvPr id="416" name="Google Shape;416;p42"/>
          <p:cNvSpPr txBox="1"/>
          <p:nvPr/>
        </p:nvSpPr>
        <p:spPr>
          <a:xfrm>
            <a:off x="5980466" y="1629000"/>
            <a:ext cx="2557200" cy="488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Motivation</a:t>
            </a:r>
            <a:endParaRPr b="1" sz="200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417" name="Google Shape;417;p42"/>
          <p:cNvSpPr txBox="1"/>
          <p:nvPr/>
        </p:nvSpPr>
        <p:spPr>
          <a:xfrm>
            <a:off x="5980425" y="2117100"/>
            <a:ext cx="2700000" cy="10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Need a robust framework that can:</a:t>
            </a:r>
            <a:endParaRPr sz="120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ulish"/>
              <a:buAutoNum type="arabicPeriod"/>
            </a:pPr>
            <a:r>
              <a:rPr b="1" lang="en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Preserve</a:t>
            </a:r>
            <a:r>
              <a:rPr lang="en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temporal coherence</a:t>
            </a:r>
            <a:endParaRPr sz="120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ulish"/>
              <a:buAutoNum type="arabicPeriod"/>
            </a:pPr>
            <a:r>
              <a:rPr b="1" lang="en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Handle</a:t>
            </a:r>
            <a:r>
              <a:rPr lang="en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multiple modalities</a:t>
            </a:r>
            <a:endParaRPr sz="120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ulish"/>
              <a:buAutoNum type="arabicPeriod"/>
            </a:pPr>
            <a:r>
              <a:rPr b="1" lang="en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Maintain</a:t>
            </a:r>
            <a:r>
              <a:rPr lang="en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training stability</a:t>
            </a:r>
            <a:endParaRPr sz="120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cxnSp>
        <p:nvCxnSpPr>
          <p:cNvPr id="418" name="Google Shape;418;p42"/>
          <p:cNvCxnSpPr/>
          <p:nvPr/>
        </p:nvCxnSpPr>
        <p:spPr>
          <a:xfrm>
            <a:off x="5661775" y="1373900"/>
            <a:ext cx="0" cy="30042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419" name="Google Shape;419;p42"/>
          <p:cNvSpPr txBox="1"/>
          <p:nvPr/>
        </p:nvSpPr>
        <p:spPr>
          <a:xfrm>
            <a:off x="3917403" y="1761330"/>
            <a:ext cx="14655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Temporal Complexity</a:t>
            </a:r>
            <a:endParaRPr b="1" sz="120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420" name="Google Shape;420;p42"/>
          <p:cNvSpPr txBox="1"/>
          <p:nvPr/>
        </p:nvSpPr>
        <p:spPr>
          <a:xfrm>
            <a:off x="3379425" y="2070380"/>
            <a:ext cx="2207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Difficult to capture </a:t>
            </a:r>
            <a:r>
              <a:rPr i="1" lang="en" sz="10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long-term dependencies</a:t>
            </a:r>
            <a:r>
              <a:rPr lang="en" sz="10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and </a:t>
            </a:r>
            <a:r>
              <a:rPr i="1" lang="en" sz="10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cross-modal correlations.</a:t>
            </a:r>
            <a:endParaRPr i="1" sz="100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421" name="Google Shape;421;p42"/>
          <p:cNvSpPr txBox="1"/>
          <p:nvPr/>
        </p:nvSpPr>
        <p:spPr>
          <a:xfrm>
            <a:off x="522312" y="2702425"/>
            <a:ext cx="14655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MODEL INSTABILITY</a:t>
            </a:r>
            <a:endParaRPr b="1" sz="120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422" name="Google Shape;422;p42"/>
          <p:cNvSpPr txBox="1"/>
          <p:nvPr/>
        </p:nvSpPr>
        <p:spPr>
          <a:xfrm>
            <a:off x="522288" y="3011475"/>
            <a:ext cx="2003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Generative models often face </a:t>
            </a:r>
            <a:r>
              <a:rPr i="1" lang="en" sz="10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mode collapse</a:t>
            </a:r>
            <a:r>
              <a:rPr lang="en" sz="10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and </a:t>
            </a:r>
            <a:r>
              <a:rPr i="1" lang="en" sz="10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unstable training dynamics</a:t>
            </a:r>
            <a:r>
              <a:rPr lang="en" sz="10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.</a:t>
            </a:r>
            <a:endParaRPr sz="100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423" name="Google Shape;423;p42"/>
          <p:cNvSpPr txBox="1"/>
          <p:nvPr/>
        </p:nvSpPr>
        <p:spPr>
          <a:xfrm>
            <a:off x="3917337" y="3683195"/>
            <a:ext cx="14655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EVALUATION DIFFICULTY</a:t>
            </a:r>
            <a:endParaRPr b="1" sz="120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424" name="Google Shape;424;p42"/>
          <p:cNvSpPr txBox="1"/>
          <p:nvPr/>
        </p:nvSpPr>
        <p:spPr>
          <a:xfrm>
            <a:off x="3379426" y="3992245"/>
            <a:ext cx="2086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Lack of standard metrics</a:t>
            </a:r>
            <a:r>
              <a:rPr lang="en" sz="10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makes assessing realism and diversity </a:t>
            </a:r>
            <a:r>
              <a:rPr i="1" lang="en" sz="10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subjective.</a:t>
            </a:r>
            <a:endParaRPr sz="100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425" name="Google Shape;425;p42"/>
          <p:cNvSpPr/>
          <p:nvPr/>
        </p:nvSpPr>
        <p:spPr>
          <a:xfrm>
            <a:off x="3499652" y="1761333"/>
            <a:ext cx="367800" cy="333600"/>
          </a:xfrm>
          <a:prstGeom prst="ellipse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rPr>
              <a:t>1</a:t>
            </a:r>
            <a:endParaRPr b="1" sz="1800">
              <a:solidFill>
                <a:schemeClr val="dk2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426" name="Google Shape;426;p42"/>
          <p:cNvSpPr/>
          <p:nvPr/>
        </p:nvSpPr>
        <p:spPr>
          <a:xfrm>
            <a:off x="2024788" y="2702428"/>
            <a:ext cx="367800" cy="367800"/>
          </a:xfrm>
          <a:prstGeom prst="ellipse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rPr>
              <a:t>2</a:t>
            </a:r>
            <a:endParaRPr b="1" sz="1800">
              <a:solidFill>
                <a:schemeClr val="dk2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427" name="Google Shape;427;p42"/>
          <p:cNvSpPr/>
          <p:nvPr/>
        </p:nvSpPr>
        <p:spPr>
          <a:xfrm>
            <a:off x="3479187" y="3677723"/>
            <a:ext cx="367800" cy="367800"/>
          </a:xfrm>
          <a:prstGeom prst="ellipse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rPr>
              <a:t>3</a:t>
            </a:r>
            <a:endParaRPr b="1" sz="1800">
              <a:solidFill>
                <a:schemeClr val="dk2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428" name="Google Shape;428;p42"/>
          <p:cNvSpPr txBox="1"/>
          <p:nvPr/>
        </p:nvSpPr>
        <p:spPr>
          <a:xfrm>
            <a:off x="2245712" y="1248812"/>
            <a:ext cx="1522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Challenges</a:t>
            </a:r>
            <a:endParaRPr b="1" sz="200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cxnSp>
        <p:nvCxnSpPr>
          <p:cNvPr id="429" name="Google Shape;429;p42"/>
          <p:cNvCxnSpPr/>
          <p:nvPr/>
        </p:nvCxnSpPr>
        <p:spPr>
          <a:xfrm>
            <a:off x="3007100" y="1698155"/>
            <a:ext cx="0" cy="26199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0" name="Google Shape;430;p42"/>
          <p:cNvCxnSpPr>
            <a:stCxn id="425" idx="2"/>
          </p:cNvCxnSpPr>
          <p:nvPr/>
        </p:nvCxnSpPr>
        <p:spPr>
          <a:xfrm rot="10800000">
            <a:off x="2465552" y="1928133"/>
            <a:ext cx="10341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431" name="Google Shape;431;p42"/>
          <p:cNvCxnSpPr>
            <a:stCxn id="426" idx="6"/>
          </p:cNvCxnSpPr>
          <p:nvPr/>
        </p:nvCxnSpPr>
        <p:spPr>
          <a:xfrm>
            <a:off x="2392588" y="2886328"/>
            <a:ext cx="1020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432" name="Google Shape;432;p42"/>
          <p:cNvCxnSpPr>
            <a:stCxn id="427" idx="2"/>
          </p:cNvCxnSpPr>
          <p:nvPr/>
        </p:nvCxnSpPr>
        <p:spPr>
          <a:xfrm rot="10800000">
            <a:off x="2465487" y="3861623"/>
            <a:ext cx="10137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433" name="Google Shape;433;p42"/>
          <p:cNvSpPr/>
          <p:nvPr/>
        </p:nvSpPr>
        <p:spPr>
          <a:xfrm>
            <a:off x="1987796" y="3793741"/>
            <a:ext cx="358464" cy="356808"/>
          </a:xfrm>
          <a:custGeom>
            <a:rect b="b" l="l" r="r" t="t"/>
            <a:pathLst>
              <a:path extrusionOk="0" h="11201" w="11253">
                <a:moveTo>
                  <a:pt x="9133" y="0"/>
                </a:moveTo>
                <a:cubicBezTo>
                  <a:pt x="8990" y="0"/>
                  <a:pt x="8847" y="60"/>
                  <a:pt x="8740" y="167"/>
                </a:cubicBezTo>
                <a:lnTo>
                  <a:pt x="322" y="8584"/>
                </a:lnTo>
                <a:cubicBezTo>
                  <a:pt x="1" y="8894"/>
                  <a:pt x="1" y="9263"/>
                  <a:pt x="215" y="9465"/>
                </a:cubicBezTo>
                <a:lnTo>
                  <a:pt x="1787" y="11049"/>
                </a:lnTo>
                <a:cubicBezTo>
                  <a:pt x="1894" y="11150"/>
                  <a:pt x="2037" y="11201"/>
                  <a:pt x="2178" y="11201"/>
                </a:cubicBezTo>
                <a:cubicBezTo>
                  <a:pt x="2320" y="11201"/>
                  <a:pt x="2460" y="11150"/>
                  <a:pt x="2561" y="11049"/>
                </a:cubicBezTo>
                <a:lnTo>
                  <a:pt x="9371" y="4239"/>
                </a:lnTo>
                <a:cubicBezTo>
                  <a:pt x="9431" y="4179"/>
                  <a:pt x="9431" y="4084"/>
                  <a:pt x="9371" y="4001"/>
                </a:cubicBezTo>
                <a:cubicBezTo>
                  <a:pt x="9341" y="3971"/>
                  <a:pt x="9300" y="3956"/>
                  <a:pt x="9257" y="3956"/>
                </a:cubicBezTo>
                <a:cubicBezTo>
                  <a:pt x="9213" y="3956"/>
                  <a:pt x="9169" y="3971"/>
                  <a:pt x="9133" y="4001"/>
                </a:cubicBezTo>
                <a:lnTo>
                  <a:pt x="2323" y="10811"/>
                </a:lnTo>
                <a:cubicBezTo>
                  <a:pt x="2281" y="10853"/>
                  <a:pt x="2227" y="10873"/>
                  <a:pt x="2172" y="10873"/>
                </a:cubicBezTo>
                <a:cubicBezTo>
                  <a:pt x="2117" y="10873"/>
                  <a:pt x="2061" y="10853"/>
                  <a:pt x="2013" y="10811"/>
                </a:cubicBezTo>
                <a:lnTo>
                  <a:pt x="453" y="9227"/>
                </a:lnTo>
                <a:cubicBezTo>
                  <a:pt x="358" y="9144"/>
                  <a:pt x="358" y="9001"/>
                  <a:pt x="453" y="8918"/>
                </a:cubicBezTo>
                <a:lnTo>
                  <a:pt x="703" y="8656"/>
                </a:lnTo>
                <a:lnTo>
                  <a:pt x="1096" y="9049"/>
                </a:lnTo>
                <a:cubicBezTo>
                  <a:pt x="1126" y="9079"/>
                  <a:pt x="1165" y="9093"/>
                  <a:pt x="1206" y="9093"/>
                </a:cubicBezTo>
                <a:cubicBezTo>
                  <a:pt x="1248" y="9093"/>
                  <a:pt x="1293" y="9079"/>
                  <a:pt x="1334" y="9049"/>
                </a:cubicBezTo>
                <a:cubicBezTo>
                  <a:pt x="1394" y="8989"/>
                  <a:pt x="1394" y="8882"/>
                  <a:pt x="1334" y="8811"/>
                </a:cubicBezTo>
                <a:lnTo>
                  <a:pt x="942" y="8418"/>
                </a:lnTo>
                <a:lnTo>
                  <a:pt x="1477" y="7882"/>
                </a:lnTo>
                <a:lnTo>
                  <a:pt x="1870" y="8275"/>
                </a:lnTo>
                <a:cubicBezTo>
                  <a:pt x="1900" y="8305"/>
                  <a:pt x="1939" y="8319"/>
                  <a:pt x="1980" y="8319"/>
                </a:cubicBezTo>
                <a:cubicBezTo>
                  <a:pt x="2022" y="8319"/>
                  <a:pt x="2067" y="8305"/>
                  <a:pt x="2108" y="8275"/>
                </a:cubicBezTo>
                <a:cubicBezTo>
                  <a:pt x="2168" y="8215"/>
                  <a:pt x="2168" y="8108"/>
                  <a:pt x="2108" y="8037"/>
                </a:cubicBezTo>
                <a:lnTo>
                  <a:pt x="1715" y="7644"/>
                </a:lnTo>
                <a:lnTo>
                  <a:pt x="2251" y="7108"/>
                </a:lnTo>
                <a:lnTo>
                  <a:pt x="2858" y="7727"/>
                </a:lnTo>
                <a:cubicBezTo>
                  <a:pt x="2888" y="7757"/>
                  <a:pt x="2930" y="7772"/>
                  <a:pt x="2973" y="7772"/>
                </a:cubicBezTo>
                <a:cubicBezTo>
                  <a:pt x="3016" y="7772"/>
                  <a:pt x="3061" y="7757"/>
                  <a:pt x="3097" y="7727"/>
                </a:cubicBezTo>
                <a:cubicBezTo>
                  <a:pt x="3156" y="7668"/>
                  <a:pt x="3156" y="7560"/>
                  <a:pt x="3097" y="7489"/>
                </a:cubicBezTo>
                <a:lnTo>
                  <a:pt x="2489" y="6870"/>
                </a:lnTo>
                <a:lnTo>
                  <a:pt x="3025" y="6334"/>
                </a:lnTo>
                <a:lnTo>
                  <a:pt x="3418" y="6727"/>
                </a:lnTo>
                <a:cubicBezTo>
                  <a:pt x="3448" y="6757"/>
                  <a:pt x="3487" y="6772"/>
                  <a:pt x="3528" y="6772"/>
                </a:cubicBezTo>
                <a:cubicBezTo>
                  <a:pt x="3570" y="6772"/>
                  <a:pt x="3614" y="6757"/>
                  <a:pt x="3656" y="6727"/>
                </a:cubicBezTo>
                <a:cubicBezTo>
                  <a:pt x="3716" y="6668"/>
                  <a:pt x="3716" y="6560"/>
                  <a:pt x="3656" y="6489"/>
                </a:cubicBezTo>
                <a:lnTo>
                  <a:pt x="3263" y="6096"/>
                </a:lnTo>
                <a:lnTo>
                  <a:pt x="3799" y="5560"/>
                </a:lnTo>
                <a:lnTo>
                  <a:pt x="4192" y="5953"/>
                </a:lnTo>
                <a:cubicBezTo>
                  <a:pt x="4222" y="5983"/>
                  <a:pt x="4260" y="5998"/>
                  <a:pt x="4302" y="5998"/>
                </a:cubicBezTo>
                <a:cubicBezTo>
                  <a:pt x="4344" y="5998"/>
                  <a:pt x="4388" y="5983"/>
                  <a:pt x="4430" y="5953"/>
                </a:cubicBezTo>
                <a:cubicBezTo>
                  <a:pt x="4490" y="5894"/>
                  <a:pt x="4490" y="5786"/>
                  <a:pt x="4430" y="5715"/>
                </a:cubicBezTo>
                <a:lnTo>
                  <a:pt x="4037" y="5322"/>
                </a:lnTo>
                <a:lnTo>
                  <a:pt x="4573" y="4786"/>
                </a:lnTo>
                <a:lnTo>
                  <a:pt x="4966" y="5179"/>
                </a:lnTo>
                <a:cubicBezTo>
                  <a:pt x="4996" y="5209"/>
                  <a:pt x="5034" y="5224"/>
                  <a:pt x="5076" y="5224"/>
                </a:cubicBezTo>
                <a:cubicBezTo>
                  <a:pt x="5118" y="5224"/>
                  <a:pt x="5162" y="5209"/>
                  <a:pt x="5204" y="5179"/>
                </a:cubicBezTo>
                <a:cubicBezTo>
                  <a:pt x="5264" y="5120"/>
                  <a:pt x="5264" y="5013"/>
                  <a:pt x="5204" y="4941"/>
                </a:cubicBezTo>
                <a:lnTo>
                  <a:pt x="4811" y="4548"/>
                </a:lnTo>
                <a:lnTo>
                  <a:pt x="5347" y="4012"/>
                </a:lnTo>
                <a:lnTo>
                  <a:pt x="5954" y="4632"/>
                </a:lnTo>
                <a:cubicBezTo>
                  <a:pt x="5984" y="4661"/>
                  <a:pt x="6026" y="4676"/>
                  <a:pt x="6069" y="4676"/>
                </a:cubicBezTo>
                <a:cubicBezTo>
                  <a:pt x="6112" y="4676"/>
                  <a:pt x="6156" y="4661"/>
                  <a:pt x="6192" y="4632"/>
                </a:cubicBezTo>
                <a:cubicBezTo>
                  <a:pt x="6252" y="4572"/>
                  <a:pt x="6252" y="4465"/>
                  <a:pt x="6192" y="4393"/>
                </a:cubicBezTo>
                <a:lnTo>
                  <a:pt x="5585" y="3774"/>
                </a:lnTo>
                <a:lnTo>
                  <a:pt x="6121" y="3239"/>
                </a:lnTo>
                <a:lnTo>
                  <a:pt x="6514" y="3631"/>
                </a:lnTo>
                <a:cubicBezTo>
                  <a:pt x="6543" y="3661"/>
                  <a:pt x="6582" y="3676"/>
                  <a:pt x="6624" y="3676"/>
                </a:cubicBezTo>
                <a:cubicBezTo>
                  <a:pt x="6665" y="3676"/>
                  <a:pt x="6710" y="3661"/>
                  <a:pt x="6752" y="3631"/>
                </a:cubicBezTo>
                <a:cubicBezTo>
                  <a:pt x="6811" y="3572"/>
                  <a:pt x="6811" y="3465"/>
                  <a:pt x="6752" y="3393"/>
                </a:cubicBezTo>
                <a:lnTo>
                  <a:pt x="6359" y="3000"/>
                </a:lnTo>
                <a:lnTo>
                  <a:pt x="6895" y="2465"/>
                </a:lnTo>
                <a:lnTo>
                  <a:pt x="7288" y="2858"/>
                </a:lnTo>
                <a:cubicBezTo>
                  <a:pt x="7317" y="2887"/>
                  <a:pt x="7356" y="2902"/>
                  <a:pt x="7398" y="2902"/>
                </a:cubicBezTo>
                <a:cubicBezTo>
                  <a:pt x="7439" y="2902"/>
                  <a:pt x="7484" y="2887"/>
                  <a:pt x="7526" y="2858"/>
                </a:cubicBezTo>
                <a:cubicBezTo>
                  <a:pt x="7585" y="2798"/>
                  <a:pt x="7585" y="2691"/>
                  <a:pt x="7526" y="2619"/>
                </a:cubicBezTo>
                <a:lnTo>
                  <a:pt x="7133" y="2226"/>
                </a:lnTo>
                <a:lnTo>
                  <a:pt x="7669" y="1691"/>
                </a:lnTo>
                <a:lnTo>
                  <a:pt x="8061" y="2084"/>
                </a:lnTo>
                <a:cubicBezTo>
                  <a:pt x="8091" y="2113"/>
                  <a:pt x="8130" y="2128"/>
                  <a:pt x="8172" y="2128"/>
                </a:cubicBezTo>
                <a:cubicBezTo>
                  <a:pt x="8213" y="2128"/>
                  <a:pt x="8258" y="2113"/>
                  <a:pt x="8300" y="2084"/>
                </a:cubicBezTo>
                <a:cubicBezTo>
                  <a:pt x="8359" y="2024"/>
                  <a:pt x="8359" y="1917"/>
                  <a:pt x="8300" y="1845"/>
                </a:cubicBezTo>
                <a:lnTo>
                  <a:pt x="7907" y="1453"/>
                </a:lnTo>
                <a:lnTo>
                  <a:pt x="8442" y="917"/>
                </a:lnTo>
                <a:lnTo>
                  <a:pt x="9050" y="1536"/>
                </a:lnTo>
                <a:cubicBezTo>
                  <a:pt x="9079" y="1566"/>
                  <a:pt x="9121" y="1581"/>
                  <a:pt x="9164" y="1581"/>
                </a:cubicBezTo>
                <a:cubicBezTo>
                  <a:pt x="9207" y="1581"/>
                  <a:pt x="9252" y="1566"/>
                  <a:pt x="9288" y="1536"/>
                </a:cubicBezTo>
                <a:cubicBezTo>
                  <a:pt x="9371" y="1476"/>
                  <a:pt x="9347" y="1369"/>
                  <a:pt x="9288" y="1298"/>
                </a:cubicBezTo>
                <a:lnTo>
                  <a:pt x="8681" y="679"/>
                </a:lnTo>
                <a:lnTo>
                  <a:pt x="8966" y="405"/>
                </a:lnTo>
                <a:cubicBezTo>
                  <a:pt x="9008" y="357"/>
                  <a:pt x="9065" y="333"/>
                  <a:pt x="9121" y="333"/>
                </a:cubicBezTo>
                <a:cubicBezTo>
                  <a:pt x="9178" y="333"/>
                  <a:pt x="9234" y="357"/>
                  <a:pt x="9276" y="405"/>
                </a:cubicBezTo>
                <a:lnTo>
                  <a:pt x="10859" y="1976"/>
                </a:lnTo>
                <a:cubicBezTo>
                  <a:pt x="10895" y="2024"/>
                  <a:pt x="10919" y="2072"/>
                  <a:pt x="10919" y="2131"/>
                </a:cubicBezTo>
                <a:cubicBezTo>
                  <a:pt x="10919" y="2191"/>
                  <a:pt x="10883" y="2250"/>
                  <a:pt x="10859" y="2274"/>
                </a:cubicBezTo>
                <a:lnTo>
                  <a:pt x="9705" y="3417"/>
                </a:lnTo>
                <a:cubicBezTo>
                  <a:pt x="9645" y="3477"/>
                  <a:pt x="9645" y="3584"/>
                  <a:pt x="9705" y="3655"/>
                </a:cubicBezTo>
                <a:cubicBezTo>
                  <a:pt x="9734" y="3685"/>
                  <a:pt x="9776" y="3700"/>
                  <a:pt x="9819" y="3700"/>
                </a:cubicBezTo>
                <a:cubicBezTo>
                  <a:pt x="9862" y="3700"/>
                  <a:pt x="9907" y="3685"/>
                  <a:pt x="9943" y="3655"/>
                </a:cubicBezTo>
                <a:lnTo>
                  <a:pt x="11098" y="2512"/>
                </a:lnTo>
                <a:cubicBezTo>
                  <a:pt x="11193" y="2405"/>
                  <a:pt x="11252" y="2274"/>
                  <a:pt x="11252" y="2131"/>
                </a:cubicBezTo>
                <a:cubicBezTo>
                  <a:pt x="11252" y="1976"/>
                  <a:pt x="11193" y="1845"/>
                  <a:pt x="11098" y="1738"/>
                </a:cubicBezTo>
                <a:lnTo>
                  <a:pt x="9514" y="167"/>
                </a:lnTo>
                <a:cubicBezTo>
                  <a:pt x="9407" y="60"/>
                  <a:pt x="9264" y="0"/>
                  <a:pt x="913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34" name="Google Shape;434;p42"/>
          <p:cNvGrpSpPr/>
          <p:nvPr/>
        </p:nvGrpSpPr>
        <p:grpSpPr>
          <a:xfrm>
            <a:off x="2051039" y="1780749"/>
            <a:ext cx="315327" cy="314978"/>
            <a:chOff x="5823294" y="2309751"/>
            <a:chExt cx="315327" cy="314978"/>
          </a:xfrm>
        </p:grpSpPr>
        <p:sp>
          <p:nvSpPr>
            <p:cNvPr id="435" name="Google Shape;435;p42"/>
            <p:cNvSpPr/>
            <p:nvPr/>
          </p:nvSpPr>
          <p:spPr>
            <a:xfrm>
              <a:off x="5823294" y="2309751"/>
              <a:ext cx="315327" cy="314978"/>
            </a:xfrm>
            <a:custGeom>
              <a:rect b="b" l="l" r="r" t="t"/>
              <a:pathLst>
                <a:path extrusionOk="0" h="9919" w="9930">
                  <a:moveTo>
                    <a:pt x="4953" y="0"/>
                  </a:moveTo>
                  <a:cubicBezTo>
                    <a:pt x="3632" y="0"/>
                    <a:pt x="2381" y="524"/>
                    <a:pt x="1465" y="1465"/>
                  </a:cubicBezTo>
                  <a:cubicBezTo>
                    <a:pt x="524" y="2405"/>
                    <a:pt x="0" y="3656"/>
                    <a:pt x="0" y="4965"/>
                  </a:cubicBezTo>
                  <a:cubicBezTo>
                    <a:pt x="0" y="6275"/>
                    <a:pt x="524" y="7537"/>
                    <a:pt x="1465" y="8466"/>
                  </a:cubicBezTo>
                  <a:cubicBezTo>
                    <a:pt x="2393" y="9394"/>
                    <a:pt x="3643" y="9918"/>
                    <a:pt x="4953" y="9918"/>
                  </a:cubicBezTo>
                  <a:cubicBezTo>
                    <a:pt x="6263" y="9918"/>
                    <a:pt x="7537" y="9394"/>
                    <a:pt x="8454" y="8466"/>
                  </a:cubicBezTo>
                  <a:cubicBezTo>
                    <a:pt x="9394" y="7525"/>
                    <a:pt x="9918" y="6275"/>
                    <a:pt x="9918" y="4965"/>
                  </a:cubicBezTo>
                  <a:cubicBezTo>
                    <a:pt x="9930" y="4858"/>
                    <a:pt x="9930" y="4775"/>
                    <a:pt x="9930" y="4680"/>
                  </a:cubicBezTo>
                  <a:cubicBezTo>
                    <a:pt x="9930" y="4613"/>
                    <a:pt x="9869" y="4547"/>
                    <a:pt x="9803" y="4547"/>
                  </a:cubicBezTo>
                  <a:cubicBezTo>
                    <a:pt x="9798" y="4547"/>
                    <a:pt x="9792" y="4548"/>
                    <a:pt x="9787" y="4549"/>
                  </a:cubicBezTo>
                  <a:cubicBezTo>
                    <a:pt x="9704" y="4549"/>
                    <a:pt x="9632" y="4620"/>
                    <a:pt x="9644" y="4691"/>
                  </a:cubicBezTo>
                  <a:lnTo>
                    <a:pt x="9644" y="4953"/>
                  </a:lnTo>
                  <a:cubicBezTo>
                    <a:pt x="9644" y="6204"/>
                    <a:pt x="9156" y="7358"/>
                    <a:pt x="8275" y="8251"/>
                  </a:cubicBezTo>
                  <a:cubicBezTo>
                    <a:pt x="7394" y="9144"/>
                    <a:pt x="6227" y="9621"/>
                    <a:pt x="4977" y="9621"/>
                  </a:cubicBezTo>
                  <a:cubicBezTo>
                    <a:pt x="3727" y="9621"/>
                    <a:pt x="2560" y="9132"/>
                    <a:pt x="1667" y="8251"/>
                  </a:cubicBezTo>
                  <a:cubicBezTo>
                    <a:pt x="774" y="7370"/>
                    <a:pt x="298" y="6204"/>
                    <a:pt x="298" y="4953"/>
                  </a:cubicBezTo>
                  <a:cubicBezTo>
                    <a:pt x="298" y="3703"/>
                    <a:pt x="786" y="2536"/>
                    <a:pt x="1667" y="1643"/>
                  </a:cubicBezTo>
                  <a:cubicBezTo>
                    <a:pt x="2548" y="750"/>
                    <a:pt x="3727" y="274"/>
                    <a:pt x="4977" y="274"/>
                  </a:cubicBezTo>
                  <a:cubicBezTo>
                    <a:pt x="6072" y="274"/>
                    <a:pt x="7144" y="667"/>
                    <a:pt x="7977" y="1382"/>
                  </a:cubicBezTo>
                  <a:cubicBezTo>
                    <a:pt x="8811" y="2072"/>
                    <a:pt x="9382" y="3048"/>
                    <a:pt x="9561" y="4120"/>
                  </a:cubicBezTo>
                  <a:cubicBezTo>
                    <a:pt x="9572" y="4185"/>
                    <a:pt x="9632" y="4241"/>
                    <a:pt x="9697" y="4241"/>
                  </a:cubicBezTo>
                  <a:cubicBezTo>
                    <a:pt x="9703" y="4241"/>
                    <a:pt x="9709" y="4240"/>
                    <a:pt x="9716" y="4239"/>
                  </a:cubicBezTo>
                  <a:cubicBezTo>
                    <a:pt x="9799" y="4215"/>
                    <a:pt x="9858" y="4144"/>
                    <a:pt x="9835" y="4072"/>
                  </a:cubicBezTo>
                  <a:cubicBezTo>
                    <a:pt x="9632" y="2941"/>
                    <a:pt x="9037" y="1917"/>
                    <a:pt x="8156" y="1167"/>
                  </a:cubicBezTo>
                  <a:cubicBezTo>
                    <a:pt x="7263" y="405"/>
                    <a:pt x="6132" y="0"/>
                    <a:pt x="4953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36" name="Google Shape;436;p42"/>
            <p:cNvSpPr/>
            <p:nvPr/>
          </p:nvSpPr>
          <p:spPr>
            <a:xfrm>
              <a:off x="5846348" y="2332805"/>
              <a:ext cx="268457" cy="268489"/>
            </a:xfrm>
            <a:custGeom>
              <a:rect b="b" l="l" r="r" t="t"/>
              <a:pathLst>
                <a:path extrusionOk="0" h="8455" w="8454">
                  <a:moveTo>
                    <a:pt x="4227" y="1"/>
                  </a:moveTo>
                  <a:cubicBezTo>
                    <a:pt x="3632" y="1"/>
                    <a:pt x="3060" y="120"/>
                    <a:pt x="2501" y="370"/>
                  </a:cubicBezTo>
                  <a:cubicBezTo>
                    <a:pt x="1989" y="608"/>
                    <a:pt x="1512" y="929"/>
                    <a:pt x="1120" y="1358"/>
                  </a:cubicBezTo>
                  <a:cubicBezTo>
                    <a:pt x="1060" y="1418"/>
                    <a:pt x="1072" y="1513"/>
                    <a:pt x="1131" y="1572"/>
                  </a:cubicBezTo>
                  <a:cubicBezTo>
                    <a:pt x="1158" y="1599"/>
                    <a:pt x="1192" y="1611"/>
                    <a:pt x="1227" y="1611"/>
                  </a:cubicBezTo>
                  <a:cubicBezTo>
                    <a:pt x="1270" y="1611"/>
                    <a:pt x="1313" y="1593"/>
                    <a:pt x="1346" y="1560"/>
                  </a:cubicBezTo>
                  <a:cubicBezTo>
                    <a:pt x="1715" y="1156"/>
                    <a:pt x="2155" y="846"/>
                    <a:pt x="2644" y="632"/>
                  </a:cubicBezTo>
                  <a:cubicBezTo>
                    <a:pt x="3144" y="405"/>
                    <a:pt x="3679" y="286"/>
                    <a:pt x="4251" y="286"/>
                  </a:cubicBezTo>
                  <a:cubicBezTo>
                    <a:pt x="6418" y="286"/>
                    <a:pt x="8192" y="2060"/>
                    <a:pt x="8192" y="4239"/>
                  </a:cubicBezTo>
                  <a:cubicBezTo>
                    <a:pt x="8192" y="6406"/>
                    <a:pt x="6418" y="8180"/>
                    <a:pt x="4251" y="8180"/>
                  </a:cubicBezTo>
                  <a:cubicBezTo>
                    <a:pt x="2072" y="8180"/>
                    <a:pt x="298" y="6406"/>
                    <a:pt x="298" y="4239"/>
                  </a:cubicBezTo>
                  <a:cubicBezTo>
                    <a:pt x="298" y="3465"/>
                    <a:pt x="524" y="2703"/>
                    <a:pt x="965" y="2060"/>
                  </a:cubicBezTo>
                  <a:cubicBezTo>
                    <a:pt x="1001" y="1989"/>
                    <a:pt x="989" y="1882"/>
                    <a:pt x="917" y="1846"/>
                  </a:cubicBezTo>
                  <a:cubicBezTo>
                    <a:pt x="893" y="1827"/>
                    <a:pt x="862" y="1818"/>
                    <a:pt x="830" y="1818"/>
                  </a:cubicBezTo>
                  <a:cubicBezTo>
                    <a:pt x="781" y="1818"/>
                    <a:pt x="731" y="1839"/>
                    <a:pt x="703" y="1882"/>
                  </a:cubicBezTo>
                  <a:cubicBezTo>
                    <a:pt x="250" y="2584"/>
                    <a:pt x="0" y="3394"/>
                    <a:pt x="0" y="4227"/>
                  </a:cubicBezTo>
                  <a:cubicBezTo>
                    <a:pt x="0" y="5358"/>
                    <a:pt x="453" y="6406"/>
                    <a:pt x="1239" y="7216"/>
                  </a:cubicBezTo>
                  <a:cubicBezTo>
                    <a:pt x="2048" y="8014"/>
                    <a:pt x="3096" y="8454"/>
                    <a:pt x="4227" y="8454"/>
                  </a:cubicBezTo>
                  <a:cubicBezTo>
                    <a:pt x="5358" y="8454"/>
                    <a:pt x="6418" y="8002"/>
                    <a:pt x="7227" y="7216"/>
                  </a:cubicBezTo>
                  <a:cubicBezTo>
                    <a:pt x="8025" y="6430"/>
                    <a:pt x="8454" y="5358"/>
                    <a:pt x="8454" y="4227"/>
                  </a:cubicBezTo>
                  <a:cubicBezTo>
                    <a:pt x="8454" y="3096"/>
                    <a:pt x="8013" y="2037"/>
                    <a:pt x="7227" y="1227"/>
                  </a:cubicBezTo>
                  <a:cubicBezTo>
                    <a:pt x="6418" y="429"/>
                    <a:pt x="5358" y="1"/>
                    <a:pt x="4227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37" name="Google Shape;437;p42"/>
            <p:cNvSpPr/>
            <p:nvPr/>
          </p:nvSpPr>
          <p:spPr>
            <a:xfrm>
              <a:off x="5869402" y="2462111"/>
              <a:ext cx="15909" cy="9495"/>
            </a:xfrm>
            <a:custGeom>
              <a:rect b="b" l="l" r="r" t="t"/>
              <a:pathLst>
                <a:path extrusionOk="0" h="299" w="501">
                  <a:moveTo>
                    <a:pt x="144" y="1"/>
                  </a:moveTo>
                  <a:cubicBezTo>
                    <a:pt x="72" y="1"/>
                    <a:pt x="1" y="72"/>
                    <a:pt x="1" y="155"/>
                  </a:cubicBezTo>
                  <a:cubicBezTo>
                    <a:pt x="1" y="227"/>
                    <a:pt x="60" y="298"/>
                    <a:pt x="144" y="298"/>
                  </a:cubicBezTo>
                  <a:lnTo>
                    <a:pt x="358" y="298"/>
                  </a:lnTo>
                  <a:cubicBezTo>
                    <a:pt x="429" y="298"/>
                    <a:pt x="501" y="239"/>
                    <a:pt x="501" y="155"/>
                  </a:cubicBezTo>
                  <a:cubicBezTo>
                    <a:pt x="501" y="60"/>
                    <a:pt x="441" y="1"/>
                    <a:pt x="358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38" name="Google Shape;438;p42"/>
            <p:cNvSpPr/>
            <p:nvPr/>
          </p:nvSpPr>
          <p:spPr>
            <a:xfrm>
              <a:off x="5976416" y="2354748"/>
              <a:ext cx="116858" cy="116858"/>
            </a:xfrm>
            <a:custGeom>
              <a:rect b="b" l="l" r="r" t="t"/>
              <a:pathLst>
                <a:path extrusionOk="0" h="3680" w="3680">
                  <a:moveTo>
                    <a:pt x="155" y="0"/>
                  </a:moveTo>
                  <a:cubicBezTo>
                    <a:pt x="60" y="0"/>
                    <a:pt x="0" y="60"/>
                    <a:pt x="0" y="155"/>
                  </a:cubicBezTo>
                  <a:lnTo>
                    <a:pt x="0" y="3536"/>
                  </a:lnTo>
                  <a:cubicBezTo>
                    <a:pt x="0" y="3608"/>
                    <a:pt x="60" y="3679"/>
                    <a:pt x="155" y="3679"/>
                  </a:cubicBezTo>
                  <a:lnTo>
                    <a:pt x="3536" y="3679"/>
                  </a:lnTo>
                  <a:cubicBezTo>
                    <a:pt x="3608" y="3679"/>
                    <a:pt x="3679" y="3620"/>
                    <a:pt x="3679" y="3536"/>
                  </a:cubicBezTo>
                  <a:cubicBezTo>
                    <a:pt x="3679" y="3441"/>
                    <a:pt x="3620" y="3382"/>
                    <a:pt x="3536" y="3382"/>
                  </a:cubicBezTo>
                  <a:lnTo>
                    <a:pt x="298" y="3382"/>
                  </a:lnTo>
                  <a:lnTo>
                    <a:pt x="298" y="155"/>
                  </a:lnTo>
                  <a:cubicBezTo>
                    <a:pt x="298" y="84"/>
                    <a:pt x="238" y="0"/>
                    <a:pt x="15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39" name="Google Shape;439;p42"/>
            <p:cNvSpPr/>
            <p:nvPr/>
          </p:nvSpPr>
          <p:spPr>
            <a:xfrm>
              <a:off x="5976416" y="2562679"/>
              <a:ext cx="9463" cy="16290"/>
            </a:xfrm>
            <a:custGeom>
              <a:rect b="b" l="l" r="r" t="t"/>
              <a:pathLst>
                <a:path extrusionOk="0" h="513" w="298">
                  <a:moveTo>
                    <a:pt x="155" y="1"/>
                  </a:moveTo>
                  <a:cubicBezTo>
                    <a:pt x="60" y="1"/>
                    <a:pt x="0" y="60"/>
                    <a:pt x="0" y="155"/>
                  </a:cubicBezTo>
                  <a:lnTo>
                    <a:pt x="0" y="358"/>
                  </a:lnTo>
                  <a:cubicBezTo>
                    <a:pt x="0" y="441"/>
                    <a:pt x="60" y="513"/>
                    <a:pt x="155" y="513"/>
                  </a:cubicBezTo>
                  <a:cubicBezTo>
                    <a:pt x="238" y="513"/>
                    <a:pt x="298" y="453"/>
                    <a:pt x="298" y="358"/>
                  </a:cubicBezTo>
                  <a:lnTo>
                    <a:pt x="298" y="155"/>
                  </a:lnTo>
                  <a:cubicBezTo>
                    <a:pt x="298" y="84"/>
                    <a:pt x="238" y="1"/>
                    <a:pt x="155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40" name="Google Shape;440;p42"/>
            <p:cNvSpPr/>
            <p:nvPr/>
          </p:nvSpPr>
          <p:spPr>
            <a:xfrm>
              <a:off x="5900395" y="2386217"/>
              <a:ext cx="15179" cy="13909"/>
            </a:xfrm>
            <a:custGeom>
              <a:rect b="b" l="l" r="r" t="t"/>
              <a:pathLst>
                <a:path extrusionOk="0" h="438" w="478">
                  <a:moveTo>
                    <a:pt x="168" y="0"/>
                  </a:moveTo>
                  <a:cubicBezTo>
                    <a:pt x="129" y="0"/>
                    <a:pt x="90" y="15"/>
                    <a:pt x="61" y="45"/>
                  </a:cubicBezTo>
                  <a:cubicBezTo>
                    <a:pt x="1" y="105"/>
                    <a:pt x="1" y="188"/>
                    <a:pt x="61" y="247"/>
                  </a:cubicBezTo>
                  <a:lnTo>
                    <a:pt x="215" y="402"/>
                  </a:lnTo>
                  <a:cubicBezTo>
                    <a:pt x="239" y="426"/>
                    <a:pt x="275" y="438"/>
                    <a:pt x="311" y="438"/>
                  </a:cubicBezTo>
                  <a:cubicBezTo>
                    <a:pt x="358" y="438"/>
                    <a:pt x="394" y="426"/>
                    <a:pt x="418" y="402"/>
                  </a:cubicBezTo>
                  <a:cubicBezTo>
                    <a:pt x="477" y="343"/>
                    <a:pt x="477" y="247"/>
                    <a:pt x="418" y="188"/>
                  </a:cubicBezTo>
                  <a:lnTo>
                    <a:pt x="275" y="45"/>
                  </a:lnTo>
                  <a:cubicBezTo>
                    <a:pt x="245" y="15"/>
                    <a:pt x="206" y="0"/>
                    <a:pt x="168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41" name="Google Shape;441;p42"/>
            <p:cNvSpPr/>
            <p:nvPr/>
          </p:nvSpPr>
          <p:spPr>
            <a:xfrm>
              <a:off x="6047484" y="2533655"/>
              <a:ext cx="15147" cy="13940"/>
            </a:xfrm>
            <a:custGeom>
              <a:rect b="b" l="l" r="r" t="t"/>
              <a:pathLst>
                <a:path extrusionOk="0" h="439" w="477">
                  <a:moveTo>
                    <a:pt x="161" y="1"/>
                  </a:moveTo>
                  <a:cubicBezTo>
                    <a:pt x="126" y="1"/>
                    <a:pt x="90" y="16"/>
                    <a:pt x="60" y="46"/>
                  </a:cubicBezTo>
                  <a:cubicBezTo>
                    <a:pt x="1" y="93"/>
                    <a:pt x="1" y="188"/>
                    <a:pt x="60" y="248"/>
                  </a:cubicBezTo>
                  <a:lnTo>
                    <a:pt x="203" y="391"/>
                  </a:lnTo>
                  <a:cubicBezTo>
                    <a:pt x="239" y="427"/>
                    <a:pt x="262" y="438"/>
                    <a:pt x="310" y="438"/>
                  </a:cubicBezTo>
                  <a:cubicBezTo>
                    <a:pt x="358" y="438"/>
                    <a:pt x="382" y="427"/>
                    <a:pt x="417" y="391"/>
                  </a:cubicBezTo>
                  <a:cubicBezTo>
                    <a:pt x="477" y="343"/>
                    <a:pt x="477" y="248"/>
                    <a:pt x="417" y="188"/>
                  </a:cubicBezTo>
                  <a:lnTo>
                    <a:pt x="262" y="46"/>
                  </a:lnTo>
                  <a:cubicBezTo>
                    <a:pt x="233" y="16"/>
                    <a:pt x="197" y="1"/>
                    <a:pt x="16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42" name="Google Shape;442;p42"/>
            <p:cNvSpPr/>
            <p:nvPr/>
          </p:nvSpPr>
          <p:spPr>
            <a:xfrm>
              <a:off x="6047484" y="2386217"/>
              <a:ext cx="15147" cy="13909"/>
            </a:xfrm>
            <a:custGeom>
              <a:rect b="b" l="l" r="r" t="t"/>
              <a:pathLst>
                <a:path extrusionOk="0" h="438" w="477">
                  <a:moveTo>
                    <a:pt x="310" y="0"/>
                  </a:moveTo>
                  <a:cubicBezTo>
                    <a:pt x="271" y="0"/>
                    <a:pt x="233" y="15"/>
                    <a:pt x="203" y="45"/>
                  </a:cubicBezTo>
                  <a:lnTo>
                    <a:pt x="60" y="188"/>
                  </a:lnTo>
                  <a:cubicBezTo>
                    <a:pt x="1" y="247"/>
                    <a:pt x="1" y="343"/>
                    <a:pt x="60" y="402"/>
                  </a:cubicBezTo>
                  <a:cubicBezTo>
                    <a:pt x="84" y="426"/>
                    <a:pt x="120" y="438"/>
                    <a:pt x="167" y="438"/>
                  </a:cubicBezTo>
                  <a:cubicBezTo>
                    <a:pt x="203" y="438"/>
                    <a:pt x="239" y="426"/>
                    <a:pt x="262" y="402"/>
                  </a:cubicBezTo>
                  <a:lnTo>
                    <a:pt x="417" y="247"/>
                  </a:lnTo>
                  <a:cubicBezTo>
                    <a:pt x="477" y="188"/>
                    <a:pt x="477" y="105"/>
                    <a:pt x="417" y="45"/>
                  </a:cubicBezTo>
                  <a:cubicBezTo>
                    <a:pt x="387" y="15"/>
                    <a:pt x="349" y="0"/>
                    <a:pt x="310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43" name="Google Shape;443;p42"/>
            <p:cNvSpPr/>
            <p:nvPr/>
          </p:nvSpPr>
          <p:spPr>
            <a:xfrm>
              <a:off x="5900395" y="2533655"/>
              <a:ext cx="15179" cy="13940"/>
            </a:xfrm>
            <a:custGeom>
              <a:rect b="b" l="l" r="r" t="t"/>
              <a:pathLst>
                <a:path extrusionOk="0" h="439" w="478">
                  <a:moveTo>
                    <a:pt x="316" y="1"/>
                  </a:moveTo>
                  <a:cubicBezTo>
                    <a:pt x="281" y="1"/>
                    <a:pt x="245" y="16"/>
                    <a:pt x="215" y="46"/>
                  </a:cubicBezTo>
                  <a:lnTo>
                    <a:pt x="61" y="188"/>
                  </a:lnTo>
                  <a:cubicBezTo>
                    <a:pt x="1" y="248"/>
                    <a:pt x="1" y="343"/>
                    <a:pt x="61" y="403"/>
                  </a:cubicBezTo>
                  <a:cubicBezTo>
                    <a:pt x="96" y="427"/>
                    <a:pt x="120" y="438"/>
                    <a:pt x="168" y="438"/>
                  </a:cubicBezTo>
                  <a:cubicBezTo>
                    <a:pt x="215" y="438"/>
                    <a:pt x="239" y="427"/>
                    <a:pt x="275" y="403"/>
                  </a:cubicBezTo>
                  <a:lnTo>
                    <a:pt x="418" y="248"/>
                  </a:lnTo>
                  <a:cubicBezTo>
                    <a:pt x="477" y="188"/>
                    <a:pt x="477" y="105"/>
                    <a:pt x="418" y="46"/>
                  </a:cubicBezTo>
                  <a:cubicBezTo>
                    <a:pt x="388" y="16"/>
                    <a:pt x="352" y="1"/>
                    <a:pt x="316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44" name="Google Shape;444;p42"/>
            <p:cNvSpPr/>
            <p:nvPr/>
          </p:nvSpPr>
          <p:spPr>
            <a:xfrm>
              <a:off x="5877341" y="2420639"/>
              <a:ext cx="16671" cy="11654"/>
            </a:xfrm>
            <a:custGeom>
              <a:rect b="b" l="l" r="r" t="t"/>
              <a:pathLst>
                <a:path extrusionOk="0" h="367" w="525">
                  <a:moveTo>
                    <a:pt x="167" y="0"/>
                  </a:moveTo>
                  <a:cubicBezTo>
                    <a:pt x="106" y="0"/>
                    <a:pt x="52" y="29"/>
                    <a:pt x="25" y="92"/>
                  </a:cubicBezTo>
                  <a:cubicBezTo>
                    <a:pt x="1" y="164"/>
                    <a:pt x="25" y="247"/>
                    <a:pt x="108" y="283"/>
                  </a:cubicBezTo>
                  <a:lnTo>
                    <a:pt x="298" y="354"/>
                  </a:lnTo>
                  <a:cubicBezTo>
                    <a:pt x="310" y="366"/>
                    <a:pt x="346" y="366"/>
                    <a:pt x="358" y="366"/>
                  </a:cubicBezTo>
                  <a:cubicBezTo>
                    <a:pt x="417" y="366"/>
                    <a:pt x="465" y="342"/>
                    <a:pt x="489" y="283"/>
                  </a:cubicBezTo>
                  <a:cubicBezTo>
                    <a:pt x="525" y="187"/>
                    <a:pt x="489" y="116"/>
                    <a:pt x="417" y="92"/>
                  </a:cubicBezTo>
                  <a:lnTo>
                    <a:pt x="227" y="9"/>
                  </a:lnTo>
                  <a:cubicBezTo>
                    <a:pt x="207" y="3"/>
                    <a:pt x="186" y="0"/>
                    <a:pt x="167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45" name="Google Shape;445;p42"/>
            <p:cNvSpPr/>
            <p:nvPr/>
          </p:nvSpPr>
          <p:spPr>
            <a:xfrm>
              <a:off x="6068665" y="2501519"/>
              <a:ext cx="16671" cy="11654"/>
            </a:xfrm>
            <a:custGeom>
              <a:rect b="b" l="l" r="r" t="t"/>
              <a:pathLst>
                <a:path extrusionOk="0" h="367" w="525">
                  <a:moveTo>
                    <a:pt x="170" y="1"/>
                  </a:moveTo>
                  <a:cubicBezTo>
                    <a:pt x="112" y="1"/>
                    <a:pt x="54" y="28"/>
                    <a:pt x="36" y="81"/>
                  </a:cubicBezTo>
                  <a:cubicBezTo>
                    <a:pt x="0" y="165"/>
                    <a:pt x="36" y="248"/>
                    <a:pt x="107" y="284"/>
                  </a:cubicBezTo>
                  <a:lnTo>
                    <a:pt x="298" y="355"/>
                  </a:lnTo>
                  <a:cubicBezTo>
                    <a:pt x="310" y="367"/>
                    <a:pt x="346" y="367"/>
                    <a:pt x="357" y="367"/>
                  </a:cubicBezTo>
                  <a:cubicBezTo>
                    <a:pt x="417" y="367"/>
                    <a:pt x="465" y="343"/>
                    <a:pt x="488" y="284"/>
                  </a:cubicBezTo>
                  <a:cubicBezTo>
                    <a:pt x="524" y="200"/>
                    <a:pt x="488" y="117"/>
                    <a:pt x="417" y="81"/>
                  </a:cubicBezTo>
                  <a:lnTo>
                    <a:pt x="226" y="10"/>
                  </a:lnTo>
                  <a:cubicBezTo>
                    <a:pt x="209" y="4"/>
                    <a:pt x="189" y="1"/>
                    <a:pt x="170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46" name="Google Shape;446;p42"/>
            <p:cNvSpPr/>
            <p:nvPr/>
          </p:nvSpPr>
          <p:spPr>
            <a:xfrm>
              <a:off x="6015729" y="2363353"/>
              <a:ext cx="12893" cy="15623"/>
            </a:xfrm>
            <a:custGeom>
              <a:rect b="b" l="l" r="r" t="t"/>
              <a:pathLst>
                <a:path extrusionOk="0" h="492" w="406">
                  <a:moveTo>
                    <a:pt x="237" y="1"/>
                  </a:moveTo>
                  <a:cubicBezTo>
                    <a:pt x="181" y="1"/>
                    <a:pt x="125" y="34"/>
                    <a:pt x="108" y="86"/>
                  </a:cubicBezTo>
                  <a:lnTo>
                    <a:pt x="36" y="277"/>
                  </a:lnTo>
                  <a:cubicBezTo>
                    <a:pt x="0" y="360"/>
                    <a:pt x="36" y="444"/>
                    <a:pt x="108" y="479"/>
                  </a:cubicBezTo>
                  <a:cubicBezTo>
                    <a:pt x="119" y="479"/>
                    <a:pt x="131" y="491"/>
                    <a:pt x="167" y="491"/>
                  </a:cubicBezTo>
                  <a:cubicBezTo>
                    <a:pt x="227" y="491"/>
                    <a:pt x="274" y="467"/>
                    <a:pt x="298" y="396"/>
                  </a:cubicBezTo>
                  <a:lnTo>
                    <a:pt x="369" y="205"/>
                  </a:lnTo>
                  <a:cubicBezTo>
                    <a:pt x="405" y="134"/>
                    <a:pt x="369" y="39"/>
                    <a:pt x="298" y="15"/>
                  </a:cubicBezTo>
                  <a:cubicBezTo>
                    <a:pt x="279" y="5"/>
                    <a:pt x="258" y="1"/>
                    <a:pt x="237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47" name="Google Shape;447;p42"/>
            <p:cNvSpPr/>
            <p:nvPr/>
          </p:nvSpPr>
          <p:spPr>
            <a:xfrm>
              <a:off x="5934055" y="2554836"/>
              <a:ext cx="13274" cy="15433"/>
            </a:xfrm>
            <a:custGeom>
              <a:rect b="b" l="l" r="r" t="t"/>
              <a:pathLst>
                <a:path extrusionOk="0" h="486" w="418">
                  <a:moveTo>
                    <a:pt x="255" y="1"/>
                  </a:moveTo>
                  <a:cubicBezTo>
                    <a:pt x="197" y="1"/>
                    <a:pt x="138" y="30"/>
                    <a:pt x="120" y="93"/>
                  </a:cubicBezTo>
                  <a:lnTo>
                    <a:pt x="48" y="283"/>
                  </a:lnTo>
                  <a:cubicBezTo>
                    <a:pt x="1" y="355"/>
                    <a:pt x="48" y="450"/>
                    <a:pt x="120" y="474"/>
                  </a:cubicBezTo>
                  <a:cubicBezTo>
                    <a:pt x="132" y="486"/>
                    <a:pt x="167" y="486"/>
                    <a:pt x="179" y="486"/>
                  </a:cubicBezTo>
                  <a:cubicBezTo>
                    <a:pt x="239" y="486"/>
                    <a:pt x="286" y="462"/>
                    <a:pt x="310" y="402"/>
                  </a:cubicBezTo>
                  <a:lnTo>
                    <a:pt x="382" y="212"/>
                  </a:lnTo>
                  <a:cubicBezTo>
                    <a:pt x="417" y="129"/>
                    <a:pt x="382" y="45"/>
                    <a:pt x="310" y="10"/>
                  </a:cubicBezTo>
                  <a:cubicBezTo>
                    <a:pt x="293" y="4"/>
                    <a:pt x="274" y="1"/>
                    <a:pt x="255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48" name="Google Shape;448;p42"/>
            <p:cNvSpPr/>
            <p:nvPr/>
          </p:nvSpPr>
          <p:spPr>
            <a:xfrm>
              <a:off x="5935960" y="2362401"/>
              <a:ext cx="12861" cy="15814"/>
            </a:xfrm>
            <a:custGeom>
              <a:rect b="b" l="l" r="r" t="t"/>
              <a:pathLst>
                <a:path extrusionOk="0" h="498" w="405">
                  <a:moveTo>
                    <a:pt x="161" y="1"/>
                  </a:moveTo>
                  <a:cubicBezTo>
                    <a:pt x="143" y="1"/>
                    <a:pt x="125" y="3"/>
                    <a:pt x="107" y="9"/>
                  </a:cubicBezTo>
                  <a:cubicBezTo>
                    <a:pt x="24" y="45"/>
                    <a:pt x="0" y="128"/>
                    <a:pt x="24" y="212"/>
                  </a:cubicBezTo>
                  <a:lnTo>
                    <a:pt x="107" y="402"/>
                  </a:lnTo>
                  <a:cubicBezTo>
                    <a:pt x="131" y="462"/>
                    <a:pt x="191" y="497"/>
                    <a:pt x="238" y="497"/>
                  </a:cubicBezTo>
                  <a:cubicBezTo>
                    <a:pt x="250" y="497"/>
                    <a:pt x="262" y="497"/>
                    <a:pt x="298" y="474"/>
                  </a:cubicBezTo>
                  <a:cubicBezTo>
                    <a:pt x="369" y="450"/>
                    <a:pt x="405" y="355"/>
                    <a:pt x="369" y="283"/>
                  </a:cubicBezTo>
                  <a:lnTo>
                    <a:pt x="298" y="93"/>
                  </a:lnTo>
                  <a:cubicBezTo>
                    <a:pt x="271" y="29"/>
                    <a:pt x="216" y="1"/>
                    <a:pt x="16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49" name="Google Shape;449;p42"/>
            <p:cNvSpPr/>
            <p:nvPr/>
          </p:nvSpPr>
          <p:spPr>
            <a:xfrm>
              <a:off x="6013824" y="2555820"/>
              <a:ext cx="12893" cy="15592"/>
            </a:xfrm>
            <a:custGeom>
              <a:rect b="b" l="l" r="r" t="t"/>
              <a:pathLst>
                <a:path extrusionOk="0" h="491" w="406">
                  <a:moveTo>
                    <a:pt x="167" y="0"/>
                  </a:moveTo>
                  <a:cubicBezTo>
                    <a:pt x="147" y="0"/>
                    <a:pt x="127" y="5"/>
                    <a:pt x="108" y="14"/>
                  </a:cubicBezTo>
                  <a:cubicBezTo>
                    <a:pt x="37" y="38"/>
                    <a:pt x="1" y="133"/>
                    <a:pt x="37" y="205"/>
                  </a:cubicBezTo>
                  <a:lnTo>
                    <a:pt x="108" y="395"/>
                  </a:lnTo>
                  <a:cubicBezTo>
                    <a:pt x="132" y="455"/>
                    <a:pt x="179" y="491"/>
                    <a:pt x="239" y="491"/>
                  </a:cubicBezTo>
                  <a:cubicBezTo>
                    <a:pt x="251" y="491"/>
                    <a:pt x="275" y="491"/>
                    <a:pt x="299" y="479"/>
                  </a:cubicBezTo>
                  <a:cubicBezTo>
                    <a:pt x="370" y="443"/>
                    <a:pt x="406" y="360"/>
                    <a:pt x="370" y="276"/>
                  </a:cubicBezTo>
                  <a:lnTo>
                    <a:pt x="299" y="86"/>
                  </a:lnTo>
                  <a:cubicBezTo>
                    <a:pt x="272" y="33"/>
                    <a:pt x="221" y="0"/>
                    <a:pt x="167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50" name="Google Shape;450;p42"/>
            <p:cNvSpPr/>
            <p:nvPr/>
          </p:nvSpPr>
          <p:spPr>
            <a:xfrm>
              <a:off x="6069776" y="2422132"/>
              <a:ext cx="16290" cy="11654"/>
            </a:xfrm>
            <a:custGeom>
              <a:rect b="b" l="l" r="r" t="t"/>
              <a:pathLst>
                <a:path extrusionOk="0" h="367" w="513">
                  <a:moveTo>
                    <a:pt x="354" y="1"/>
                  </a:moveTo>
                  <a:cubicBezTo>
                    <a:pt x="335" y="1"/>
                    <a:pt x="316" y="3"/>
                    <a:pt x="299" y="9"/>
                  </a:cubicBezTo>
                  <a:lnTo>
                    <a:pt x="96" y="81"/>
                  </a:lnTo>
                  <a:cubicBezTo>
                    <a:pt x="25" y="117"/>
                    <a:pt x="1" y="200"/>
                    <a:pt x="25" y="283"/>
                  </a:cubicBezTo>
                  <a:cubicBezTo>
                    <a:pt x="37" y="343"/>
                    <a:pt x="96" y="367"/>
                    <a:pt x="156" y="367"/>
                  </a:cubicBezTo>
                  <a:cubicBezTo>
                    <a:pt x="180" y="367"/>
                    <a:pt x="191" y="367"/>
                    <a:pt x="215" y="355"/>
                  </a:cubicBezTo>
                  <a:lnTo>
                    <a:pt x="418" y="283"/>
                  </a:lnTo>
                  <a:cubicBezTo>
                    <a:pt x="489" y="248"/>
                    <a:pt x="513" y="164"/>
                    <a:pt x="489" y="81"/>
                  </a:cubicBezTo>
                  <a:cubicBezTo>
                    <a:pt x="462" y="27"/>
                    <a:pt x="409" y="1"/>
                    <a:pt x="354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51" name="Google Shape;451;p42"/>
            <p:cNvSpPr/>
            <p:nvPr/>
          </p:nvSpPr>
          <p:spPr>
            <a:xfrm>
              <a:off x="5876960" y="2500027"/>
              <a:ext cx="16290" cy="11654"/>
            </a:xfrm>
            <a:custGeom>
              <a:rect b="b" l="l" r="r" t="t"/>
              <a:pathLst>
                <a:path extrusionOk="0" h="367" w="513">
                  <a:moveTo>
                    <a:pt x="352" y="0"/>
                  </a:moveTo>
                  <a:cubicBezTo>
                    <a:pt x="334" y="0"/>
                    <a:pt x="316" y="3"/>
                    <a:pt x="298" y="9"/>
                  </a:cubicBezTo>
                  <a:lnTo>
                    <a:pt x="96" y="92"/>
                  </a:lnTo>
                  <a:cubicBezTo>
                    <a:pt x="25" y="116"/>
                    <a:pt x="1" y="212"/>
                    <a:pt x="25" y="283"/>
                  </a:cubicBezTo>
                  <a:cubicBezTo>
                    <a:pt x="60" y="343"/>
                    <a:pt x="96" y="366"/>
                    <a:pt x="156" y="366"/>
                  </a:cubicBezTo>
                  <a:cubicBezTo>
                    <a:pt x="179" y="366"/>
                    <a:pt x="191" y="366"/>
                    <a:pt x="215" y="354"/>
                  </a:cubicBezTo>
                  <a:lnTo>
                    <a:pt x="418" y="283"/>
                  </a:lnTo>
                  <a:cubicBezTo>
                    <a:pt x="489" y="247"/>
                    <a:pt x="513" y="164"/>
                    <a:pt x="489" y="92"/>
                  </a:cubicBezTo>
                  <a:cubicBezTo>
                    <a:pt x="462" y="29"/>
                    <a:pt x="408" y="0"/>
                    <a:pt x="352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452" name="Google Shape;452;p42"/>
          <p:cNvSpPr/>
          <p:nvPr/>
        </p:nvSpPr>
        <p:spPr>
          <a:xfrm>
            <a:off x="3510027" y="2791878"/>
            <a:ext cx="347060" cy="357286"/>
          </a:xfrm>
          <a:custGeom>
            <a:rect b="b" l="l" r="r" t="t"/>
            <a:pathLst>
              <a:path extrusionOk="0" h="11216" w="10895">
                <a:moveTo>
                  <a:pt x="5454" y="322"/>
                </a:moveTo>
                <a:cubicBezTo>
                  <a:pt x="5740" y="322"/>
                  <a:pt x="5954" y="548"/>
                  <a:pt x="5954" y="834"/>
                </a:cubicBezTo>
                <a:cubicBezTo>
                  <a:pt x="5954" y="1012"/>
                  <a:pt x="5871" y="1155"/>
                  <a:pt x="5716" y="1250"/>
                </a:cubicBezTo>
                <a:lnTo>
                  <a:pt x="5704" y="1262"/>
                </a:lnTo>
                <a:lnTo>
                  <a:pt x="5692" y="1262"/>
                </a:lnTo>
                <a:cubicBezTo>
                  <a:pt x="5680" y="1262"/>
                  <a:pt x="5680" y="1274"/>
                  <a:pt x="5656" y="1274"/>
                </a:cubicBezTo>
                <a:lnTo>
                  <a:pt x="5644" y="1274"/>
                </a:lnTo>
                <a:cubicBezTo>
                  <a:pt x="5644" y="1274"/>
                  <a:pt x="5632" y="1274"/>
                  <a:pt x="5632" y="1298"/>
                </a:cubicBezTo>
                <a:lnTo>
                  <a:pt x="5621" y="1298"/>
                </a:lnTo>
                <a:cubicBezTo>
                  <a:pt x="5597" y="1298"/>
                  <a:pt x="5597" y="1298"/>
                  <a:pt x="5585" y="1310"/>
                </a:cubicBezTo>
                <a:lnTo>
                  <a:pt x="5263" y="1310"/>
                </a:lnTo>
                <a:cubicBezTo>
                  <a:pt x="5240" y="1310"/>
                  <a:pt x="5240" y="1310"/>
                  <a:pt x="5228" y="1298"/>
                </a:cubicBezTo>
                <a:lnTo>
                  <a:pt x="5216" y="1298"/>
                </a:lnTo>
                <a:cubicBezTo>
                  <a:pt x="5216" y="1298"/>
                  <a:pt x="5204" y="1298"/>
                  <a:pt x="5204" y="1274"/>
                </a:cubicBezTo>
                <a:lnTo>
                  <a:pt x="5180" y="1274"/>
                </a:lnTo>
                <a:cubicBezTo>
                  <a:pt x="5168" y="1274"/>
                  <a:pt x="5168" y="1262"/>
                  <a:pt x="5156" y="1262"/>
                </a:cubicBezTo>
                <a:lnTo>
                  <a:pt x="5144" y="1262"/>
                </a:lnTo>
                <a:cubicBezTo>
                  <a:pt x="5144" y="1262"/>
                  <a:pt x="5120" y="1262"/>
                  <a:pt x="5120" y="1250"/>
                </a:cubicBezTo>
                <a:cubicBezTo>
                  <a:pt x="4989" y="1155"/>
                  <a:pt x="4882" y="1012"/>
                  <a:pt x="4882" y="834"/>
                </a:cubicBezTo>
                <a:cubicBezTo>
                  <a:pt x="4942" y="548"/>
                  <a:pt x="5168" y="322"/>
                  <a:pt x="5454" y="322"/>
                </a:cubicBezTo>
                <a:close/>
                <a:moveTo>
                  <a:pt x="5644" y="1631"/>
                </a:moveTo>
                <a:lnTo>
                  <a:pt x="5644" y="1834"/>
                </a:lnTo>
                <a:lnTo>
                  <a:pt x="5240" y="1834"/>
                </a:lnTo>
                <a:lnTo>
                  <a:pt x="5240" y="1631"/>
                </a:lnTo>
                <a:lnTo>
                  <a:pt x="5263" y="1631"/>
                </a:lnTo>
                <a:cubicBezTo>
                  <a:pt x="5275" y="1631"/>
                  <a:pt x="5287" y="1631"/>
                  <a:pt x="5287" y="1655"/>
                </a:cubicBezTo>
                <a:lnTo>
                  <a:pt x="5632" y="1655"/>
                </a:lnTo>
                <a:cubicBezTo>
                  <a:pt x="5621" y="1631"/>
                  <a:pt x="5632" y="1631"/>
                  <a:pt x="5644" y="1631"/>
                </a:cubicBezTo>
                <a:close/>
                <a:moveTo>
                  <a:pt x="7002" y="2143"/>
                </a:moveTo>
                <a:cubicBezTo>
                  <a:pt x="7418" y="2143"/>
                  <a:pt x="7799" y="2310"/>
                  <a:pt x="8085" y="2584"/>
                </a:cubicBezTo>
                <a:cubicBezTo>
                  <a:pt x="8335" y="2858"/>
                  <a:pt x="8680" y="3001"/>
                  <a:pt x="9050" y="3001"/>
                </a:cubicBezTo>
                <a:lnTo>
                  <a:pt x="10514" y="3001"/>
                </a:lnTo>
                <a:lnTo>
                  <a:pt x="10514" y="3334"/>
                </a:lnTo>
                <a:lnTo>
                  <a:pt x="9050" y="3334"/>
                </a:lnTo>
                <a:lnTo>
                  <a:pt x="9050" y="3346"/>
                </a:lnTo>
                <a:cubicBezTo>
                  <a:pt x="8597" y="3346"/>
                  <a:pt x="8180" y="3167"/>
                  <a:pt x="7859" y="2846"/>
                </a:cubicBezTo>
                <a:cubicBezTo>
                  <a:pt x="7645" y="2608"/>
                  <a:pt x="7323" y="2465"/>
                  <a:pt x="7002" y="2465"/>
                </a:cubicBezTo>
                <a:lnTo>
                  <a:pt x="3942" y="2465"/>
                </a:lnTo>
                <a:cubicBezTo>
                  <a:pt x="3573" y="2465"/>
                  <a:pt x="3227" y="2620"/>
                  <a:pt x="2977" y="2882"/>
                </a:cubicBezTo>
                <a:cubicBezTo>
                  <a:pt x="2715" y="3167"/>
                  <a:pt x="2311" y="3334"/>
                  <a:pt x="1894" y="3334"/>
                </a:cubicBezTo>
                <a:lnTo>
                  <a:pt x="370" y="3334"/>
                </a:lnTo>
                <a:lnTo>
                  <a:pt x="370" y="3001"/>
                </a:lnTo>
                <a:lnTo>
                  <a:pt x="1834" y="3001"/>
                </a:lnTo>
                <a:cubicBezTo>
                  <a:pt x="2203" y="3001"/>
                  <a:pt x="2549" y="2858"/>
                  <a:pt x="2799" y="2584"/>
                </a:cubicBezTo>
                <a:cubicBezTo>
                  <a:pt x="3073" y="2310"/>
                  <a:pt x="3477" y="2143"/>
                  <a:pt x="3894" y="2143"/>
                </a:cubicBezTo>
                <a:close/>
                <a:moveTo>
                  <a:pt x="1525" y="3894"/>
                </a:moveTo>
                <a:lnTo>
                  <a:pt x="2644" y="6382"/>
                </a:lnTo>
                <a:lnTo>
                  <a:pt x="406" y="6382"/>
                </a:lnTo>
                <a:lnTo>
                  <a:pt x="1525" y="3894"/>
                </a:lnTo>
                <a:close/>
                <a:moveTo>
                  <a:pt x="9371" y="3894"/>
                </a:moveTo>
                <a:lnTo>
                  <a:pt x="10478" y="6382"/>
                </a:lnTo>
                <a:lnTo>
                  <a:pt x="8252" y="6382"/>
                </a:lnTo>
                <a:lnTo>
                  <a:pt x="9371" y="3894"/>
                </a:lnTo>
                <a:close/>
                <a:moveTo>
                  <a:pt x="2739" y="6692"/>
                </a:moveTo>
                <a:cubicBezTo>
                  <a:pt x="2727" y="7335"/>
                  <a:pt x="2227" y="7847"/>
                  <a:pt x="1596" y="7847"/>
                </a:cubicBezTo>
                <a:lnTo>
                  <a:pt x="1477" y="7847"/>
                </a:lnTo>
                <a:cubicBezTo>
                  <a:pt x="858" y="7847"/>
                  <a:pt x="334" y="7335"/>
                  <a:pt x="334" y="6692"/>
                </a:cubicBezTo>
                <a:close/>
                <a:moveTo>
                  <a:pt x="10574" y="6692"/>
                </a:moveTo>
                <a:cubicBezTo>
                  <a:pt x="10574" y="7335"/>
                  <a:pt x="10050" y="7847"/>
                  <a:pt x="9431" y="7847"/>
                </a:cubicBezTo>
                <a:lnTo>
                  <a:pt x="9300" y="7847"/>
                </a:lnTo>
                <a:cubicBezTo>
                  <a:pt x="8680" y="7847"/>
                  <a:pt x="8157" y="7335"/>
                  <a:pt x="8157" y="6692"/>
                </a:cubicBezTo>
                <a:close/>
                <a:moveTo>
                  <a:pt x="7645" y="9585"/>
                </a:moveTo>
                <a:cubicBezTo>
                  <a:pt x="7728" y="9585"/>
                  <a:pt x="7811" y="9656"/>
                  <a:pt x="7811" y="9763"/>
                </a:cubicBezTo>
                <a:lnTo>
                  <a:pt x="7811" y="10049"/>
                </a:lnTo>
                <a:lnTo>
                  <a:pt x="4418" y="10049"/>
                </a:lnTo>
                <a:cubicBezTo>
                  <a:pt x="4335" y="10049"/>
                  <a:pt x="4263" y="10121"/>
                  <a:pt x="4263" y="10204"/>
                </a:cubicBezTo>
                <a:cubicBezTo>
                  <a:pt x="4263" y="10299"/>
                  <a:pt x="4335" y="10371"/>
                  <a:pt x="4418" y="10371"/>
                </a:cubicBezTo>
                <a:lnTo>
                  <a:pt x="8407" y="10371"/>
                </a:lnTo>
                <a:cubicBezTo>
                  <a:pt x="8514" y="10371"/>
                  <a:pt x="8585" y="10442"/>
                  <a:pt x="8585" y="10549"/>
                </a:cubicBezTo>
                <a:lnTo>
                  <a:pt x="8585" y="10906"/>
                </a:lnTo>
                <a:lnTo>
                  <a:pt x="2275" y="10906"/>
                </a:lnTo>
                <a:lnTo>
                  <a:pt x="2275" y="10549"/>
                </a:lnTo>
                <a:cubicBezTo>
                  <a:pt x="2275" y="10442"/>
                  <a:pt x="2358" y="10371"/>
                  <a:pt x="2453" y="10371"/>
                </a:cubicBezTo>
                <a:lnTo>
                  <a:pt x="3382" y="10371"/>
                </a:lnTo>
                <a:cubicBezTo>
                  <a:pt x="3465" y="10371"/>
                  <a:pt x="3549" y="10299"/>
                  <a:pt x="3549" y="10204"/>
                </a:cubicBezTo>
                <a:cubicBezTo>
                  <a:pt x="3549" y="10121"/>
                  <a:pt x="3465" y="10049"/>
                  <a:pt x="3382" y="10049"/>
                </a:cubicBezTo>
                <a:lnTo>
                  <a:pt x="3073" y="10049"/>
                </a:lnTo>
                <a:lnTo>
                  <a:pt x="3073" y="9763"/>
                </a:lnTo>
                <a:cubicBezTo>
                  <a:pt x="3073" y="9668"/>
                  <a:pt x="3144" y="9585"/>
                  <a:pt x="3251" y="9585"/>
                </a:cubicBezTo>
                <a:close/>
                <a:moveTo>
                  <a:pt x="5454" y="0"/>
                </a:moveTo>
                <a:cubicBezTo>
                  <a:pt x="4989" y="0"/>
                  <a:pt x="4632" y="369"/>
                  <a:pt x="4632" y="822"/>
                </a:cubicBezTo>
                <a:cubicBezTo>
                  <a:pt x="4632" y="1072"/>
                  <a:pt x="4751" y="1298"/>
                  <a:pt x="4930" y="1453"/>
                </a:cubicBezTo>
                <a:lnTo>
                  <a:pt x="4930" y="1810"/>
                </a:lnTo>
                <a:lnTo>
                  <a:pt x="3894" y="1810"/>
                </a:lnTo>
                <a:cubicBezTo>
                  <a:pt x="3382" y="1810"/>
                  <a:pt x="2906" y="2024"/>
                  <a:pt x="2584" y="2370"/>
                </a:cubicBezTo>
                <a:cubicBezTo>
                  <a:pt x="2382" y="2572"/>
                  <a:pt x="2120" y="2691"/>
                  <a:pt x="1834" y="2691"/>
                </a:cubicBezTo>
                <a:lnTo>
                  <a:pt x="346" y="2691"/>
                </a:lnTo>
                <a:cubicBezTo>
                  <a:pt x="179" y="2691"/>
                  <a:pt x="48" y="2822"/>
                  <a:pt x="48" y="2989"/>
                </a:cubicBezTo>
                <a:lnTo>
                  <a:pt x="48" y="3382"/>
                </a:lnTo>
                <a:cubicBezTo>
                  <a:pt x="48" y="3536"/>
                  <a:pt x="179" y="3679"/>
                  <a:pt x="346" y="3679"/>
                </a:cubicBezTo>
                <a:lnTo>
                  <a:pt x="1263" y="3679"/>
                </a:lnTo>
                <a:lnTo>
                  <a:pt x="1" y="6477"/>
                </a:lnTo>
                <a:lnTo>
                  <a:pt x="1" y="6489"/>
                </a:lnTo>
                <a:lnTo>
                  <a:pt x="1" y="6501"/>
                </a:lnTo>
                <a:lnTo>
                  <a:pt x="1" y="6513"/>
                </a:lnTo>
                <a:lnTo>
                  <a:pt x="1" y="6537"/>
                </a:lnTo>
                <a:lnTo>
                  <a:pt x="1" y="6692"/>
                </a:lnTo>
                <a:cubicBezTo>
                  <a:pt x="1" y="7501"/>
                  <a:pt x="656" y="8168"/>
                  <a:pt x="1477" y="8168"/>
                </a:cubicBezTo>
                <a:lnTo>
                  <a:pt x="1596" y="8168"/>
                </a:lnTo>
                <a:cubicBezTo>
                  <a:pt x="2406" y="8168"/>
                  <a:pt x="3073" y="7513"/>
                  <a:pt x="3073" y="6692"/>
                </a:cubicBezTo>
                <a:lnTo>
                  <a:pt x="3073" y="6537"/>
                </a:lnTo>
                <a:lnTo>
                  <a:pt x="3073" y="6513"/>
                </a:lnTo>
                <a:lnTo>
                  <a:pt x="3073" y="6501"/>
                </a:lnTo>
                <a:lnTo>
                  <a:pt x="3073" y="6489"/>
                </a:lnTo>
                <a:lnTo>
                  <a:pt x="3073" y="6477"/>
                </a:lnTo>
                <a:lnTo>
                  <a:pt x="1811" y="3679"/>
                </a:lnTo>
                <a:lnTo>
                  <a:pt x="1930" y="3679"/>
                </a:lnTo>
                <a:cubicBezTo>
                  <a:pt x="2430" y="3679"/>
                  <a:pt x="2906" y="3465"/>
                  <a:pt x="3239" y="3120"/>
                </a:cubicBezTo>
                <a:cubicBezTo>
                  <a:pt x="3430" y="2917"/>
                  <a:pt x="3692" y="2798"/>
                  <a:pt x="3977" y="2798"/>
                </a:cubicBezTo>
                <a:lnTo>
                  <a:pt x="4942" y="2798"/>
                </a:lnTo>
                <a:lnTo>
                  <a:pt x="4942" y="9251"/>
                </a:lnTo>
                <a:lnTo>
                  <a:pt x="3275" y="9251"/>
                </a:lnTo>
                <a:cubicBezTo>
                  <a:pt x="3013" y="9251"/>
                  <a:pt x="2787" y="9478"/>
                  <a:pt x="2787" y="9752"/>
                </a:cubicBezTo>
                <a:lnTo>
                  <a:pt x="2787" y="10025"/>
                </a:lnTo>
                <a:lnTo>
                  <a:pt x="2501" y="10025"/>
                </a:lnTo>
                <a:cubicBezTo>
                  <a:pt x="2227" y="10025"/>
                  <a:pt x="2001" y="10252"/>
                  <a:pt x="2001" y="10537"/>
                </a:cubicBezTo>
                <a:lnTo>
                  <a:pt x="2001" y="11061"/>
                </a:lnTo>
                <a:cubicBezTo>
                  <a:pt x="2001" y="11145"/>
                  <a:pt x="2072" y="11216"/>
                  <a:pt x="2168" y="11216"/>
                </a:cubicBezTo>
                <a:lnTo>
                  <a:pt x="8799" y="11216"/>
                </a:lnTo>
                <a:cubicBezTo>
                  <a:pt x="8895" y="11216"/>
                  <a:pt x="8966" y="11145"/>
                  <a:pt x="8966" y="11061"/>
                </a:cubicBezTo>
                <a:lnTo>
                  <a:pt x="8966" y="10537"/>
                </a:lnTo>
                <a:cubicBezTo>
                  <a:pt x="8966" y="10252"/>
                  <a:pt x="8740" y="10025"/>
                  <a:pt x="8454" y="10025"/>
                </a:cubicBezTo>
                <a:lnTo>
                  <a:pt x="8180" y="10025"/>
                </a:lnTo>
                <a:lnTo>
                  <a:pt x="8180" y="9752"/>
                </a:lnTo>
                <a:cubicBezTo>
                  <a:pt x="8180" y="9478"/>
                  <a:pt x="7954" y="9251"/>
                  <a:pt x="7680" y="9251"/>
                </a:cubicBezTo>
                <a:lnTo>
                  <a:pt x="5978" y="9251"/>
                </a:lnTo>
                <a:lnTo>
                  <a:pt x="5978" y="4572"/>
                </a:lnTo>
                <a:cubicBezTo>
                  <a:pt x="5978" y="4477"/>
                  <a:pt x="5894" y="4406"/>
                  <a:pt x="5811" y="4406"/>
                </a:cubicBezTo>
                <a:cubicBezTo>
                  <a:pt x="5716" y="4406"/>
                  <a:pt x="5644" y="4477"/>
                  <a:pt x="5644" y="4572"/>
                </a:cubicBezTo>
                <a:lnTo>
                  <a:pt x="5644" y="9251"/>
                </a:lnTo>
                <a:lnTo>
                  <a:pt x="5240" y="9251"/>
                </a:lnTo>
                <a:lnTo>
                  <a:pt x="5240" y="2798"/>
                </a:lnTo>
                <a:lnTo>
                  <a:pt x="5644" y="2798"/>
                </a:lnTo>
                <a:lnTo>
                  <a:pt x="5644" y="3536"/>
                </a:lnTo>
                <a:cubicBezTo>
                  <a:pt x="5644" y="3632"/>
                  <a:pt x="5716" y="3703"/>
                  <a:pt x="5811" y="3703"/>
                </a:cubicBezTo>
                <a:cubicBezTo>
                  <a:pt x="5894" y="3703"/>
                  <a:pt x="5978" y="3632"/>
                  <a:pt x="5978" y="3536"/>
                </a:cubicBezTo>
                <a:lnTo>
                  <a:pt x="5978" y="2798"/>
                </a:lnTo>
                <a:lnTo>
                  <a:pt x="7002" y="2798"/>
                </a:lnTo>
                <a:cubicBezTo>
                  <a:pt x="7240" y="2798"/>
                  <a:pt x="7466" y="2905"/>
                  <a:pt x="7621" y="3060"/>
                </a:cubicBezTo>
                <a:cubicBezTo>
                  <a:pt x="8002" y="3453"/>
                  <a:pt x="8502" y="3679"/>
                  <a:pt x="9050" y="3679"/>
                </a:cubicBezTo>
                <a:lnTo>
                  <a:pt x="9097" y="3679"/>
                </a:lnTo>
                <a:lnTo>
                  <a:pt x="7835" y="6477"/>
                </a:lnTo>
                <a:lnTo>
                  <a:pt x="7835" y="6489"/>
                </a:lnTo>
                <a:lnTo>
                  <a:pt x="7835" y="6501"/>
                </a:lnTo>
                <a:lnTo>
                  <a:pt x="7835" y="6513"/>
                </a:lnTo>
                <a:lnTo>
                  <a:pt x="7835" y="6537"/>
                </a:lnTo>
                <a:lnTo>
                  <a:pt x="7835" y="6692"/>
                </a:lnTo>
                <a:cubicBezTo>
                  <a:pt x="7835" y="7501"/>
                  <a:pt x="8490" y="8168"/>
                  <a:pt x="9311" y="8168"/>
                </a:cubicBezTo>
                <a:lnTo>
                  <a:pt x="9431" y="8168"/>
                </a:lnTo>
                <a:cubicBezTo>
                  <a:pt x="10228" y="8168"/>
                  <a:pt x="10895" y="7513"/>
                  <a:pt x="10895" y="6692"/>
                </a:cubicBezTo>
                <a:lnTo>
                  <a:pt x="10895" y="6537"/>
                </a:lnTo>
                <a:lnTo>
                  <a:pt x="10895" y="6513"/>
                </a:lnTo>
                <a:lnTo>
                  <a:pt x="10895" y="6501"/>
                </a:lnTo>
                <a:lnTo>
                  <a:pt x="10895" y="6489"/>
                </a:lnTo>
                <a:lnTo>
                  <a:pt x="10895" y="6465"/>
                </a:lnTo>
                <a:lnTo>
                  <a:pt x="9633" y="3667"/>
                </a:lnTo>
                <a:lnTo>
                  <a:pt x="10562" y="3667"/>
                </a:lnTo>
                <a:cubicBezTo>
                  <a:pt x="10716" y="3667"/>
                  <a:pt x="10859" y="3536"/>
                  <a:pt x="10859" y="3370"/>
                </a:cubicBezTo>
                <a:lnTo>
                  <a:pt x="10859" y="2989"/>
                </a:lnTo>
                <a:cubicBezTo>
                  <a:pt x="10859" y="2822"/>
                  <a:pt x="10716" y="2691"/>
                  <a:pt x="10562" y="2691"/>
                </a:cubicBezTo>
                <a:lnTo>
                  <a:pt x="9073" y="2691"/>
                </a:lnTo>
                <a:cubicBezTo>
                  <a:pt x="8788" y="2691"/>
                  <a:pt x="8514" y="2572"/>
                  <a:pt x="8323" y="2370"/>
                </a:cubicBezTo>
                <a:cubicBezTo>
                  <a:pt x="8002" y="2012"/>
                  <a:pt x="7502" y="1810"/>
                  <a:pt x="7014" y="1810"/>
                </a:cubicBezTo>
                <a:lnTo>
                  <a:pt x="5978" y="1810"/>
                </a:lnTo>
                <a:lnTo>
                  <a:pt x="5978" y="1453"/>
                </a:lnTo>
                <a:cubicBezTo>
                  <a:pt x="6156" y="1310"/>
                  <a:pt x="6275" y="1072"/>
                  <a:pt x="6275" y="822"/>
                </a:cubicBezTo>
                <a:cubicBezTo>
                  <a:pt x="6275" y="358"/>
                  <a:pt x="5894" y="0"/>
                  <a:pt x="5454" y="0"/>
                </a:cubicBezTo>
                <a:close/>
              </a:path>
            </a:pathLst>
          </a:custGeom>
          <a:solidFill>
            <a:srgbClr val="657E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4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Contributions</a:t>
            </a:r>
            <a:endParaRPr/>
          </a:p>
        </p:txBody>
      </p:sp>
      <p:graphicFrame>
        <p:nvGraphicFramePr>
          <p:cNvPr id="458" name="Google Shape;458;p43"/>
          <p:cNvGraphicFramePr/>
          <p:nvPr/>
        </p:nvGraphicFramePr>
        <p:xfrm>
          <a:off x="720000" y="1696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{C1A50500-08D5-4677-BC20-9CE0C3DD5381}</a:tableStyleId>
              </a:tblPr>
              <a:tblGrid>
                <a:gridCol w="2198275"/>
                <a:gridCol w="5505725"/>
              </a:tblGrid>
              <a:tr h="361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Member</a:t>
                      </a:r>
                      <a:endParaRPr b="1" sz="1100">
                        <a:solidFill>
                          <a:schemeClr val="dk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Mulish"/>
                          <a:ea typeface="Mulish"/>
                          <a:cs typeface="Mulish"/>
                          <a:sym typeface="Mulish"/>
                        </a:rPr>
                        <a:t>Contribution</a:t>
                      </a:r>
                      <a:endParaRPr sz="1000">
                        <a:solidFill>
                          <a:schemeClr val="dk1"/>
                        </a:solidFill>
                        <a:latin typeface="Mulish"/>
                        <a:ea typeface="Mulish"/>
                        <a:cs typeface="Mulish"/>
                        <a:sym typeface="Mulish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Abhishek Singh Maurya</a:t>
                      </a:r>
                      <a:endParaRPr b="1" sz="1100">
                        <a:solidFill>
                          <a:schemeClr val="dk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Mulish"/>
                        <a:ea typeface="Mulish"/>
                        <a:cs typeface="Mulish"/>
                        <a:sym typeface="Mulish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Devara Bhavana Sri Harshitha</a:t>
                      </a:r>
                      <a:endParaRPr b="1" sz="1100">
                        <a:solidFill>
                          <a:schemeClr val="dk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92100" lvl="0" marL="4572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ulish"/>
                        <a:buChar char="●"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Mulish"/>
                          <a:ea typeface="Mulish"/>
                          <a:cs typeface="Mulish"/>
                          <a:sym typeface="Mulish"/>
                        </a:rPr>
                        <a:t>Developed a reusable workflow for synthetic data generation using WESAD (BVP).</a:t>
                      </a:r>
                      <a:endParaRPr sz="1000">
                        <a:solidFill>
                          <a:schemeClr val="dk1"/>
                        </a:solidFill>
                        <a:latin typeface="Mulish"/>
                        <a:ea typeface="Mulish"/>
                        <a:cs typeface="Mulish"/>
                        <a:sym typeface="Mulish"/>
                      </a:endParaRPr>
                    </a:p>
                    <a:p>
                      <a:pPr indent="-292100" lvl="0" marL="4572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ulish"/>
                        <a:buChar char="●"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Mulish"/>
                          <a:ea typeface="Mulish"/>
                          <a:cs typeface="Mulish"/>
                          <a:sym typeface="Mulish"/>
                        </a:rPr>
                        <a:t>Evaluated quality via downstream classification tasks.</a:t>
                      </a:r>
                      <a:endParaRPr sz="1000">
                        <a:solidFill>
                          <a:schemeClr val="dk1"/>
                        </a:solidFill>
                        <a:latin typeface="Mulish"/>
                        <a:ea typeface="Mulish"/>
                        <a:cs typeface="Mulish"/>
                        <a:sym typeface="Mulish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Telugu Tharun Kumar</a:t>
                      </a:r>
                      <a:endParaRPr b="1" sz="1100">
                        <a:solidFill>
                          <a:schemeClr val="dk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921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Char char="●"/>
                      </a:pPr>
                      <a:r>
                        <a:rPr b="1" lang="en" sz="1000"/>
                        <a:t>Worked on the swell dataset part</a:t>
                      </a:r>
                      <a:endParaRPr sz="1000">
                        <a:solidFill>
                          <a:schemeClr val="dk1"/>
                        </a:solidFill>
                        <a:latin typeface="Mulish"/>
                        <a:ea typeface="Mulish"/>
                        <a:cs typeface="Mulish"/>
                        <a:sym typeface="Mulish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Rahul Kumar Verma</a:t>
                      </a:r>
                      <a:endParaRPr b="1" sz="1100">
                        <a:solidFill>
                          <a:schemeClr val="dk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92100" lvl="0" marL="4572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Char char="●"/>
                      </a:pPr>
                      <a:r>
                        <a:rPr b="1" lang="en" sz="1000"/>
                        <a:t>Designed and implemented</a:t>
                      </a:r>
                      <a:r>
                        <a:rPr lang="en" sz="1000"/>
                        <a:t> the end-to-end </a:t>
                      </a:r>
                      <a:r>
                        <a:rPr b="1" lang="en" sz="1000"/>
                        <a:t>synthetic data generation pipeline</a:t>
                      </a:r>
                      <a:r>
                        <a:rPr lang="en" sz="1000"/>
                        <a:t> using a </a:t>
                      </a:r>
                      <a:r>
                        <a:rPr b="1" lang="en" sz="1000"/>
                        <a:t>Wasserstein GAN with Gradient Penalty (WGAN-GP)</a:t>
                      </a:r>
                      <a:r>
                        <a:rPr lang="en" sz="1000"/>
                        <a:t> for in-house project and Lifesnaps dataset</a:t>
                      </a:r>
                      <a:endParaRPr sz="1000"/>
                    </a:p>
                    <a:p>
                      <a:pPr indent="-2921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Char char="●"/>
                      </a:pPr>
                      <a:r>
                        <a:rPr b="1" lang="en" sz="1000"/>
                        <a:t>Validated synthetic data quality</a:t>
                      </a:r>
                      <a:r>
                        <a:rPr lang="en" sz="1000"/>
                        <a:t> using </a:t>
                      </a:r>
                      <a:r>
                        <a:rPr b="1" lang="en" sz="1000"/>
                        <a:t>statistical similarity metrics</a:t>
                      </a:r>
                      <a:r>
                        <a:rPr lang="en" sz="1000"/>
                        <a:t> such as </a:t>
                      </a:r>
                      <a:r>
                        <a:rPr b="1" lang="en" sz="1000"/>
                        <a:t>Wasserstein distance</a:t>
                      </a:r>
                      <a:endParaRPr sz="1000"/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Suyash Chitransh</a:t>
                      </a:r>
                      <a:endParaRPr b="1" sz="1100">
                        <a:solidFill>
                          <a:schemeClr val="dk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921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Char char="●"/>
                      </a:pPr>
                      <a:r>
                        <a:rPr b="1" lang="en" sz="1000"/>
                        <a:t>Assisted in design and </a:t>
                      </a:r>
                      <a:r>
                        <a:rPr b="1" lang="en" sz="1000"/>
                        <a:t>implementation</a:t>
                      </a:r>
                      <a:r>
                        <a:rPr b="1" lang="en" sz="1000"/>
                        <a:t> of pipeline for in-house project and Lifesnaps dataset</a:t>
                      </a:r>
                      <a:endParaRPr sz="1000">
                        <a:solidFill>
                          <a:schemeClr val="dk1"/>
                        </a:solidFill>
                        <a:latin typeface="Mulish"/>
                        <a:ea typeface="Mulish"/>
                        <a:cs typeface="Mulish"/>
                        <a:sym typeface="Mulish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44"/>
          <p:cNvSpPr txBox="1"/>
          <p:nvPr>
            <p:ph type="title"/>
          </p:nvPr>
        </p:nvSpPr>
        <p:spPr>
          <a:xfrm>
            <a:off x="3579950" y="1854500"/>
            <a:ext cx="36048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Datasets</a:t>
            </a:r>
            <a:endParaRPr/>
          </a:p>
        </p:txBody>
      </p:sp>
      <p:sp>
        <p:nvSpPr>
          <p:cNvPr id="464" name="Google Shape;464;p44"/>
          <p:cNvSpPr txBox="1"/>
          <p:nvPr>
            <p:ph idx="1" type="subTitle"/>
          </p:nvPr>
        </p:nvSpPr>
        <p:spPr>
          <a:xfrm>
            <a:off x="1959250" y="2939075"/>
            <a:ext cx="5225400" cy="4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What datasets are we using?</a:t>
            </a:r>
            <a:endParaRPr/>
          </a:p>
        </p:txBody>
      </p:sp>
      <p:sp>
        <p:nvSpPr>
          <p:cNvPr id="465" name="Google Shape;465;p44"/>
          <p:cNvSpPr txBox="1"/>
          <p:nvPr>
            <p:ph idx="2" type="title"/>
          </p:nvPr>
        </p:nvSpPr>
        <p:spPr>
          <a:xfrm>
            <a:off x="1959250" y="1854500"/>
            <a:ext cx="11898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cxnSp>
        <p:nvCxnSpPr>
          <p:cNvPr id="466" name="Google Shape;466;p44"/>
          <p:cNvCxnSpPr/>
          <p:nvPr/>
        </p:nvCxnSpPr>
        <p:spPr>
          <a:xfrm flipH="1" rot="10800000">
            <a:off x="1600600" y="2910566"/>
            <a:ext cx="5942700" cy="66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oval"/>
          </a:ln>
        </p:spPr>
      </p:cxnSp>
      <p:cxnSp>
        <p:nvCxnSpPr>
          <p:cNvPr id="467" name="Google Shape;467;p44"/>
          <p:cNvCxnSpPr/>
          <p:nvPr/>
        </p:nvCxnSpPr>
        <p:spPr>
          <a:xfrm flipH="1" rot="10800000">
            <a:off x="1600600" y="1714341"/>
            <a:ext cx="5942700" cy="66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468" name="Google Shape;468;p44"/>
          <p:cNvSpPr/>
          <p:nvPr/>
        </p:nvSpPr>
        <p:spPr>
          <a:xfrm>
            <a:off x="3244800" y="2217963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44"/>
          <p:cNvSpPr/>
          <p:nvPr/>
        </p:nvSpPr>
        <p:spPr>
          <a:xfrm>
            <a:off x="7280500" y="2217963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4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Datasets used in our work</a:t>
            </a:r>
            <a:endParaRPr/>
          </a:p>
        </p:txBody>
      </p:sp>
      <p:sp>
        <p:nvSpPr>
          <p:cNvPr id="475" name="Google Shape;475;p45"/>
          <p:cNvSpPr txBox="1"/>
          <p:nvPr>
            <p:ph idx="1" type="subTitle"/>
          </p:nvPr>
        </p:nvSpPr>
        <p:spPr>
          <a:xfrm>
            <a:off x="937625" y="2309250"/>
            <a:ext cx="2175300" cy="8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Real-world wearable signals: EDA, HRV, ACC</a:t>
            </a:r>
            <a:endParaRPr sz="1100"/>
          </a:p>
        </p:txBody>
      </p:sp>
      <p:sp>
        <p:nvSpPr>
          <p:cNvPr id="476" name="Google Shape;476;p45"/>
          <p:cNvSpPr txBox="1"/>
          <p:nvPr>
            <p:ph idx="2" type="subTitle"/>
          </p:nvPr>
        </p:nvSpPr>
        <p:spPr>
          <a:xfrm>
            <a:off x="3484346" y="2309250"/>
            <a:ext cx="2175300" cy="8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Workplace stress dataset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Signals: EDA, HR, TEMP, ACC</a:t>
            </a:r>
            <a:endParaRPr sz="1100"/>
          </a:p>
        </p:txBody>
      </p:sp>
      <p:sp>
        <p:nvSpPr>
          <p:cNvPr id="477" name="Google Shape;477;p45"/>
          <p:cNvSpPr txBox="1"/>
          <p:nvPr>
            <p:ph idx="3" type="subTitle"/>
          </p:nvPr>
        </p:nvSpPr>
        <p:spPr>
          <a:xfrm>
            <a:off x="6031075" y="2309250"/>
            <a:ext cx="21753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Signals: ECG, GSR, BVP</a:t>
            </a:r>
            <a:endParaRPr/>
          </a:p>
        </p:txBody>
      </p:sp>
      <p:sp>
        <p:nvSpPr>
          <p:cNvPr id="478" name="Google Shape;478;p45"/>
          <p:cNvSpPr txBox="1"/>
          <p:nvPr>
            <p:ph idx="4" type="subTitle"/>
          </p:nvPr>
        </p:nvSpPr>
        <p:spPr>
          <a:xfrm>
            <a:off x="937625" y="1928250"/>
            <a:ext cx="21753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Lifesnaps</a:t>
            </a:r>
            <a:endParaRPr/>
          </a:p>
        </p:txBody>
      </p:sp>
      <p:sp>
        <p:nvSpPr>
          <p:cNvPr id="479" name="Google Shape;479;p45"/>
          <p:cNvSpPr txBox="1"/>
          <p:nvPr>
            <p:ph idx="5" type="subTitle"/>
          </p:nvPr>
        </p:nvSpPr>
        <p:spPr>
          <a:xfrm>
            <a:off x="3484347" y="1928250"/>
            <a:ext cx="21753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SWELL</a:t>
            </a:r>
            <a:endParaRPr/>
          </a:p>
        </p:txBody>
      </p:sp>
      <p:sp>
        <p:nvSpPr>
          <p:cNvPr id="480" name="Google Shape;480;p45"/>
          <p:cNvSpPr txBox="1"/>
          <p:nvPr>
            <p:ph idx="6" type="subTitle"/>
          </p:nvPr>
        </p:nvSpPr>
        <p:spPr>
          <a:xfrm>
            <a:off x="6031075" y="1928250"/>
            <a:ext cx="21753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In-House Data</a:t>
            </a:r>
            <a:endParaRPr/>
          </a:p>
        </p:txBody>
      </p:sp>
      <p:sp>
        <p:nvSpPr>
          <p:cNvPr id="481" name="Google Shape;481;p45"/>
          <p:cNvSpPr/>
          <p:nvPr/>
        </p:nvSpPr>
        <p:spPr>
          <a:xfrm>
            <a:off x="1870222" y="1190750"/>
            <a:ext cx="310119" cy="481363"/>
          </a:xfrm>
          <a:custGeom>
            <a:rect b="b" l="l" r="r" t="t"/>
            <a:pathLst>
              <a:path extrusionOk="0" h="10960" w="7061">
                <a:moveTo>
                  <a:pt x="3906" y="5316"/>
                </a:moveTo>
                <a:cubicBezTo>
                  <a:pt x="4072" y="5316"/>
                  <a:pt x="4191" y="5447"/>
                  <a:pt x="4191" y="5602"/>
                </a:cubicBezTo>
                <a:cubicBezTo>
                  <a:pt x="4191" y="5757"/>
                  <a:pt x="4060" y="5876"/>
                  <a:pt x="3906" y="5876"/>
                </a:cubicBezTo>
                <a:lnTo>
                  <a:pt x="3370" y="5876"/>
                </a:lnTo>
                <a:cubicBezTo>
                  <a:pt x="3215" y="5876"/>
                  <a:pt x="3096" y="5745"/>
                  <a:pt x="3096" y="5602"/>
                </a:cubicBezTo>
                <a:cubicBezTo>
                  <a:pt x="3096" y="5435"/>
                  <a:pt x="3227" y="5316"/>
                  <a:pt x="3370" y="5316"/>
                </a:cubicBezTo>
                <a:close/>
                <a:moveTo>
                  <a:pt x="5370" y="8459"/>
                </a:moveTo>
                <a:cubicBezTo>
                  <a:pt x="5430" y="8471"/>
                  <a:pt x="5489" y="8519"/>
                  <a:pt x="5489" y="8578"/>
                </a:cubicBezTo>
                <a:lnTo>
                  <a:pt x="5489" y="9317"/>
                </a:lnTo>
                <a:cubicBezTo>
                  <a:pt x="5489" y="9376"/>
                  <a:pt x="5430" y="9436"/>
                  <a:pt x="5370" y="9436"/>
                </a:cubicBezTo>
                <a:lnTo>
                  <a:pt x="1929" y="9436"/>
                </a:lnTo>
                <a:cubicBezTo>
                  <a:pt x="1870" y="9436"/>
                  <a:pt x="1810" y="9376"/>
                  <a:pt x="1810" y="9317"/>
                </a:cubicBezTo>
                <a:lnTo>
                  <a:pt x="1810" y="8578"/>
                </a:lnTo>
                <a:cubicBezTo>
                  <a:pt x="1810" y="8519"/>
                  <a:pt x="1870" y="8459"/>
                  <a:pt x="1929" y="8459"/>
                </a:cubicBezTo>
                <a:close/>
                <a:moveTo>
                  <a:pt x="3645" y="0"/>
                </a:moveTo>
                <a:cubicBezTo>
                  <a:pt x="3527" y="0"/>
                  <a:pt x="3411" y="54"/>
                  <a:pt x="3346" y="161"/>
                </a:cubicBezTo>
                <a:lnTo>
                  <a:pt x="191" y="4792"/>
                </a:lnTo>
                <a:cubicBezTo>
                  <a:pt x="0" y="5078"/>
                  <a:pt x="36" y="5447"/>
                  <a:pt x="262" y="5685"/>
                </a:cubicBezTo>
                <a:lnTo>
                  <a:pt x="1762" y="7209"/>
                </a:lnTo>
                <a:cubicBezTo>
                  <a:pt x="1822" y="7269"/>
                  <a:pt x="1858" y="7340"/>
                  <a:pt x="1858" y="7412"/>
                </a:cubicBezTo>
                <a:lnTo>
                  <a:pt x="1858" y="8078"/>
                </a:lnTo>
                <a:cubicBezTo>
                  <a:pt x="1620" y="8114"/>
                  <a:pt x="1429" y="8317"/>
                  <a:pt x="1429" y="8578"/>
                </a:cubicBezTo>
                <a:lnTo>
                  <a:pt x="1429" y="9317"/>
                </a:lnTo>
                <a:cubicBezTo>
                  <a:pt x="1429" y="9602"/>
                  <a:pt x="1643" y="9829"/>
                  <a:pt x="1929" y="9829"/>
                </a:cubicBezTo>
                <a:lnTo>
                  <a:pt x="2155" y="9829"/>
                </a:lnTo>
                <a:lnTo>
                  <a:pt x="2155" y="10472"/>
                </a:lnTo>
                <a:cubicBezTo>
                  <a:pt x="2155" y="10734"/>
                  <a:pt x="2358" y="10960"/>
                  <a:pt x="2632" y="10960"/>
                </a:cubicBezTo>
                <a:lnTo>
                  <a:pt x="3179" y="10960"/>
                </a:lnTo>
                <a:cubicBezTo>
                  <a:pt x="3286" y="10960"/>
                  <a:pt x="3370" y="10864"/>
                  <a:pt x="3370" y="10757"/>
                </a:cubicBezTo>
                <a:cubicBezTo>
                  <a:pt x="3370" y="10662"/>
                  <a:pt x="3286" y="10567"/>
                  <a:pt x="3179" y="10567"/>
                </a:cubicBezTo>
                <a:lnTo>
                  <a:pt x="2632" y="10567"/>
                </a:lnTo>
                <a:cubicBezTo>
                  <a:pt x="2584" y="10567"/>
                  <a:pt x="2536" y="10519"/>
                  <a:pt x="2536" y="10483"/>
                </a:cubicBezTo>
                <a:lnTo>
                  <a:pt x="2536" y="9829"/>
                </a:lnTo>
                <a:lnTo>
                  <a:pt x="4763" y="9829"/>
                </a:lnTo>
                <a:lnTo>
                  <a:pt x="4763" y="10483"/>
                </a:lnTo>
                <a:cubicBezTo>
                  <a:pt x="4763" y="10519"/>
                  <a:pt x="4715" y="10567"/>
                  <a:pt x="4668" y="10567"/>
                </a:cubicBezTo>
                <a:lnTo>
                  <a:pt x="4072" y="10567"/>
                </a:lnTo>
                <a:cubicBezTo>
                  <a:pt x="3965" y="10567"/>
                  <a:pt x="3882" y="10662"/>
                  <a:pt x="3882" y="10757"/>
                </a:cubicBezTo>
                <a:cubicBezTo>
                  <a:pt x="3882" y="10864"/>
                  <a:pt x="3965" y="10960"/>
                  <a:pt x="4072" y="10960"/>
                </a:cubicBezTo>
                <a:lnTo>
                  <a:pt x="4668" y="10960"/>
                </a:lnTo>
                <a:cubicBezTo>
                  <a:pt x="4918" y="10960"/>
                  <a:pt x="5144" y="10745"/>
                  <a:pt x="5144" y="10472"/>
                </a:cubicBezTo>
                <a:lnTo>
                  <a:pt x="5144" y="9829"/>
                </a:lnTo>
                <a:lnTo>
                  <a:pt x="5370" y="9829"/>
                </a:lnTo>
                <a:cubicBezTo>
                  <a:pt x="5656" y="9829"/>
                  <a:pt x="5870" y="9602"/>
                  <a:pt x="5870" y="9317"/>
                </a:cubicBezTo>
                <a:lnTo>
                  <a:pt x="5870" y="8578"/>
                </a:lnTo>
                <a:cubicBezTo>
                  <a:pt x="5870" y="8317"/>
                  <a:pt x="5680" y="8114"/>
                  <a:pt x="5441" y="8078"/>
                </a:cubicBezTo>
                <a:lnTo>
                  <a:pt x="5441" y="7412"/>
                </a:lnTo>
                <a:cubicBezTo>
                  <a:pt x="5441" y="7340"/>
                  <a:pt x="5477" y="7269"/>
                  <a:pt x="5537" y="7209"/>
                </a:cubicBezTo>
                <a:lnTo>
                  <a:pt x="6977" y="5745"/>
                </a:lnTo>
                <a:cubicBezTo>
                  <a:pt x="7049" y="5673"/>
                  <a:pt x="7049" y="5554"/>
                  <a:pt x="6977" y="5483"/>
                </a:cubicBezTo>
                <a:cubicBezTo>
                  <a:pt x="6942" y="5441"/>
                  <a:pt x="6894" y="5420"/>
                  <a:pt x="6845" y="5420"/>
                </a:cubicBezTo>
                <a:cubicBezTo>
                  <a:pt x="6796" y="5420"/>
                  <a:pt x="6745" y="5441"/>
                  <a:pt x="6703" y="5483"/>
                </a:cubicBezTo>
                <a:lnTo>
                  <a:pt x="5263" y="6935"/>
                </a:lnTo>
                <a:cubicBezTo>
                  <a:pt x="5132" y="7066"/>
                  <a:pt x="5072" y="7233"/>
                  <a:pt x="5072" y="7412"/>
                </a:cubicBezTo>
                <a:lnTo>
                  <a:pt x="5072" y="8067"/>
                </a:lnTo>
                <a:lnTo>
                  <a:pt x="2262" y="8067"/>
                </a:lnTo>
                <a:lnTo>
                  <a:pt x="2262" y="7412"/>
                </a:lnTo>
                <a:cubicBezTo>
                  <a:pt x="2262" y="7233"/>
                  <a:pt x="2179" y="7054"/>
                  <a:pt x="2060" y="6935"/>
                </a:cubicBezTo>
                <a:lnTo>
                  <a:pt x="560" y="5423"/>
                </a:lnTo>
                <a:cubicBezTo>
                  <a:pt x="453" y="5316"/>
                  <a:pt x="441" y="5138"/>
                  <a:pt x="536" y="5019"/>
                </a:cubicBezTo>
                <a:lnTo>
                  <a:pt x="3477" y="685"/>
                </a:lnTo>
                <a:lnTo>
                  <a:pt x="3477" y="4923"/>
                </a:lnTo>
                <a:lnTo>
                  <a:pt x="3405" y="4923"/>
                </a:lnTo>
                <a:cubicBezTo>
                  <a:pt x="3036" y="4923"/>
                  <a:pt x="2739" y="5221"/>
                  <a:pt x="2739" y="5602"/>
                </a:cubicBezTo>
                <a:cubicBezTo>
                  <a:pt x="2739" y="5971"/>
                  <a:pt x="3036" y="6269"/>
                  <a:pt x="3405" y="6269"/>
                </a:cubicBezTo>
                <a:lnTo>
                  <a:pt x="3941" y="6269"/>
                </a:lnTo>
                <a:cubicBezTo>
                  <a:pt x="4310" y="6269"/>
                  <a:pt x="4608" y="5971"/>
                  <a:pt x="4608" y="5602"/>
                </a:cubicBezTo>
                <a:cubicBezTo>
                  <a:pt x="4608" y="5221"/>
                  <a:pt x="4310" y="4923"/>
                  <a:pt x="3941" y="4923"/>
                </a:cubicBezTo>
                <a:lnTo>
                  <a:pt x="3870" y="4923"/>
                </a:lnTo>
                <a:lnTo>
                  <a:pt x="3870" y="685"/>
                </a:lnTo>
                <a:lnTo>
                  <a:pt x="6692" y="4840"/>
                </a:lnTo>
                <a:cubicBezTo>
                  <a:pt x="6727" y="4889"/>
                  <a:pt x="6783" y="4918"/>
                  <a:pt x="6843" y="4918"/>
                </a:cubicBezTo>
                <a:cubicBezTo>
                  <a:pt x="6884" y="4918"/>
                  <a:pt x="6927" y="4905"/>
                  <a:pt x="6965" y="4876"/>
                </a:cubicBezTo>
                <a:cubicBezTo>
                  <a:pt x="7049" y="4816"/>
                  <a:pt x="7061" y="4697"/>
                  <a:pt x="7001" y="4614"/>
                </a:cubicBezTo>
                <a:lnTo>
                  <a:pt x="3953" y="161"/>
                </a:lnTo>
                <a:cubicBezTo>
                  <a:pt x="3882" y="54"/>
                  <a:pt x="3763" y="0"/>
                  <a:pt x="364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grpSp>
        <p:nvGrpSpPr>
          <p:cNvPr id="482" name="Google Shape;482;p45"/>
          <p:cNvGrpSpPr/>
          <p:nvPr/>
        </p:nvGrpSpPr>
        <p:grpSpPr>
          <a:xfrm>
            <a:off x="4376300" y="1190865"/>
            <a:ext cx="391405" cy="481390"/>
            <a:chOff x="5782845" y="2906521"/>
            <a:chExt cx="301661" cy="371013"/>
          </a:xfrm>
        </p:grpSpPr>
        <p:sp>
          <p:nvSpPr>
            <p:cNvPr id="483" name="Google Shape;483;p45"/>
            <p:cNvSpPr/>
            <p:nvPr/>
          </p:nvSpPr>
          <p:spPr>
            <a:xfrm>
              <a:off x="5782845" y="3087651"/>
              <a:ext cx="301661" cy="189883"/>
            </a:xfrm>
            <a:custGeom>
              <a:rect b="b" l="l" r="r" t="t"/>
              <a:pathLst>
                <a:path extrusionOk="0" h="5966" w="9478">
                  <a:moveTo>
                    <a:pt x="3215" y="322"/>
                  </a:moveTo>
                  <a:cubicBezTo>
                    <a:pt x="3322" y="322"/>
                    <a:pt x="3418" y="370"/>
                    <a:pt x="3489" y="429"/>
                  </a:cubicBezTo>
                  <a:cubicBezTo>
                    <a:pt x="3561" y="513"/>
                    <a:pt x="3596" y="596"/>
                    <a:pt x="3596" y="703"/>
                  </a:cubicBezTo>
                  <a:lnTo>
                    <a:pt x="3596" y="1156"/>
                  </a:lnTo>
                  <a:cubicBezTo>
                    <a:pt x="3608" y="1358"/>
                    <a:pt x="3501" y="1537"/>
                    <a:pt x="3322" y="1644"/>
                  </a:cubicBezTo>
                  <a:cubicBezTo>
                    <a:pt x="3263" y="1668"/>
                    <a:pt x="3239" y="1727"/>
                    <a:pt x="3239" y="1787"/>
                  </a:cubicBezTo>
                  <a:lnTo>
                    <a:pt x="3239" y="1977"/>
                  </a:lnTo>
                  <a:lnTo>
                    <a:pt x="2846" y="1977"/>
                  </a:lnTo>
                  <a:lnTo>
                    <a:pt x="2846" y="1787"/>
                  </a:lnTo>
                  <a:cubicBezTo>
                    <a:pt x="2846" y="1727"/>
                    <a:pt x="2822" y="1668"/>
                    <a:pt x="2763" y="1644"/>
                  </a:cubicBezTo>
                  <a:cubicBezTo>
                    <a:pt x="2584" y="1537"/>
                    <a:pt x="2477" y="1358"/>
                    <a:pt x="2477" y="1156"/>
                  </a:cubicBezTo>
                  <a:lnTo>
                    <a:pt x="2477" y="703"/>
                  </a:lnTo>
                  <a:cubicBezTo>
                    <a:pt x="2477" y="489"/>
                    <a:pt x="2644" y="322"/>
                    <a:pt x="2846" y="322"/>
                  </a:cubicBezTo>
                  <a:close/>
                  <a:moveTo>
                    <a:pt x="6513" y="322"/>
                  </a:moveTo>
                  <a:cubicBezTo>
                    <a:pt x="6609" y="322"/>
                    <a:pt x="6704" y="370"/>
                    <a:pt x="6775" y="429"/>
                  </a:cubicBezTo>
                  <a:cubicBezTo>
                    <a:pt x="6847" y="513"/>
                    <a:pt x="6882" y="596"/>
                    <a:pt x="6882" y="703"/>
                  </a:cubicBezTo>
                  <a:lnTo>
                    <a:pt x="6882" y="1156"/>
                  </a:lnTo>
                  <a:cubicBezTo>
                    <a:pt x="6894" y="1358"/>
                    <a:pt x="6787" y="1537"/>
                    <a:pt x="6609" y="1644"/>
                  </a:cubicBezTo>
                  <a:cubicBezTo>
                    <a:pt x="6549" y="1668"/>
                    <a:pt x="6525" y="1727"/>
                    <a:pt x="6525" y="1787"/>
                  </a:cubicBezTo>
                  <a:lnTo>
                    <a:pt x="6525" y="1977"/>
                  </a:lnTo>
                  <a:lnTo>
                    <a:pt x="6132" y="1977"/>
                  </a:lnTo>
                  <a:lnTo>
                    <a:pt x="6132" y="1787"/>
                  </a:lnTo>
                  <a:cubicBezTo>
                    <a:pt x="6132" y="1727"/>
                    <a:pt x="6108" y="1668"/>
                    <a:pt x="6049" y="1644"/>
                  </a:cubicBezTo>
                  <a:cubicBezTo>
                    <a:pt x="5870" y="1537"/>
                    <a:pt x="5763" y="1358"/>
                    <a:pt x="5763" y="1156"/>
                  </a:cubicBezTo>
                  <a:lnTo>
                    <a:pt x="5763" y="703"/>
                  </a:lnTo>
                  <a:cubicBezTo>
                    <a:pt x="5763" y="489"/>
                    <a:pt x="5930" y="322"/>
                    <a:pt x="6132" y="322"/>
                  </a:cubicBezTo>
                  <a:close/>
                  <a:moveTo>
                    <a:pt x="1572" y="2144"/>
                  </a:moveTo>
                  <a:cubicBezTo>
                    <a:pt x="1667" y="2144"/>
                    <a:pt x="1763" y="2192"/>
                    <a:pt x="1834" y="2251"/>
                  </a:cubicBezTo>
                  <a:cubicBezTo>
                    <a:pt x="1906" y="2323"/>
                    <a:pt x="1941" y="2418"/>
                    <a:pt x="1941" y="2513"/>
                  </a:cubicBezTo>
                  <a:lnTo>
                    <a:pt x="1941" y="2977"/>
                  </a:lnTo>
                  <a:lnTo>
                    <a:pt x="1953" y="2977"/>
                  </a:lnTo>
                  <a:cubicBezTo>
                    <a:pt x="1953" y="3168"/>
                    <a:pt x="1846" y="3370"/>
                    <a:pt x="1667" y="3454"/>
                  </a:cubicBezTo>
                  <a:cubicBezTo>
                    <a:pt x="1608" y="3489"/>
                    <a:pt x="1584" y="3549"/>
                    <a:pt x="1584" y="3608"/>
                  </a:cubicBezTo>
                  <a:lnTo>
                    <a:pt x="1584" y="3799"/>
                  </a:lnTo>
                  <a:lnTo>
                    <a:pt x="1191" y="3799"/>
                  </a:lnTo>
                  <a:lnTo>
                    <a:pt x="1191" y="3608"/>
                  </a:lnTo>
                  <a:cubicBezTo>
                    <a:pt x="1191" y="3549"/>
                    <a:pt x="1167" y="3489"/>
                    <a:pt x="1108" y="3454"/>
                  </a:cubicBezTo>
                  <a:cubicBezTo>
                    <a:pt x="929" y="3346"/>
                    <a:pt x="822" y="3168"/>
                    <a:pt x="822" y="2977"/>
                  </a:cubicBezTo>
                  <a:lnTo>
                    <a:pt x="822" y="2513"/>
                  </a:lnTo>
                  <a:cubicBezTo>
                    <a:pt x="822" y="2311"/>
                    <a:pt x="989" y="2144"/>
                    <a:pt x="1191" y="2144"/>
                  </a:cubicBezTo>
                  <a:close/>
                  <a:moveTo>
                    <a:pt x="4858" y="2144"/>
                  </a:moveTo>
                  <a:cubicBezTo>
                    <a:pt x="4965" y="2144"/>
                    <a:pt x="5049" y="2192"/>
                    <a:pt x="5120" y="2251"/>
                  </a:cubicBezTo>
                  <a:cubicBezTo>
                    <a:pt x="5204" y="2323"/>
                    <a:pt x="5227" y="2418"/>
                    <a:pt x="5227" y="2513"/>
                  </a:cubicBezTo>
                  <a:lnTo>
                    <a:pt x="5227" y="2977"/>
                  </a:lnTo>
                  <a:cubicBezTo>
                    <a:pt x="5239" y="3168"/>
                    <a:pt x="5144" y="3370"/>
                    <a:pt x="4954" y="3454"/>
                  </a:cubicBezTo>
                  <a:cubicBezTo>
                    <a:pt x="4894" y="3489"/>
                    <a:pt x="4870" y="3549"/>
                    <a:pt x="4870" y="3608"/>
                  </a:cubicBezTo>
                  <a:lnTo>
                    <a:pt x="4870" y="3799"/>
                  </a:lnTo>
                  <a:lnTo>
                    <a:pt x="4489" y="3799"/>
                  </a:lnTo>
                  <a:lnTo>
                    <a:pt x="4489" y="3608"/>
                  </a:lnTo>
                  <a:cubicBezTo>
                    <a:pt x="4489" y="3549"/>
                    <a:pt x="4453" y="3489"/>
                    <a:pt x="4394" y="3454"/>
                  </a:cubicBezTo>
                  <a:cubicBezTo>
                    <a:pt x="4215" y="3346"/>
                    <a:pt x="4108" y="3168"/>
                    <a:pt x="4108" y="2977"/>
                  </a:cubicBezTo>
                  <a:lnTo>
                    <a:pt x="4108" y="2513"/>
                  </a:lnTo>
                  <a:cubicBezTo>
                    <a:pt x="4108" y="2311"/>
                    <a:pt x="4275" y="2144"/>
                    <a:pt x="4489" y="2144"/>
                  </a:cubicBezTo>
                  <a:close/>
                  <a:moveTo>
                    <a:pt x="8144" y="2144"/>
                  </a:moveTo>
                  <a:cubicBezTo>
                    <a:pt x="8252" y="2144"/>
                    <a:pt x="8335" y="2192"/>
                    <a:pt x="8418" y="2251"/>
                  </a:cubicBezTo>
                  <a:cubicBezTo>
                    <a:pt x="8490" y="2323"/>
                    <a:pt x="8514" y="2418"/>
                    <a:pt x="8514" y="2513"/>
                  </a:cubicBezTo>
                  <a:lnTo>
                    <a:pt x="8514" y="2977"/>
                  </a:lnTo>
                  <a:cubicBezTo>
                    <a:pt x="8525" y="3168"/>
                    <a:pt x="8430" y="3370"/>
                    <a:pt x="8252" y="3454"/>
                  </a:cubicBezTo>
                  <a:cubicBezTo>
                    <a:pt x="8192" y="3489"/>
                    <a:pt x="8156" y="3549"/>
                    <a:pt x="8156" y="3608"/>
                  </a:cubicBezTo>
                  <a:lnTo>
                    <a:pt x="8156" y="3799"/>
                  </a:lnTo>
                  <a:lnTo>
                    <a:pt x="7775" y="3799"/>
                  </a:lnTo>
                  <a:lnTo>
                    <a:pt x="7775" y="3608"/>
                  </a:lnTo>
                  <a:cubicBezTo>
                    <a:pt x="7775" y="3549"/>
                    <a:pt x="7740" y="3489"/>
                    <a:pt x="7680" y="3454"/>
                  </a:cubicBezTo>
                  <a:cubicBezTo>
                    <a:pt x="7501" y="3346"/>
                    <a:pt x="7406" y="3168"/>
                    <a:pt x="7406" y="2977"/>
                  </a:cubicBezTo>
                  <a:lnTo>
                    <a:pt x="7406" y="2513"/>
                  </a:lnTo>
                  <a:cubicBezTo>
                    <a:pt x="7406" y="2311"/>
                    <a:pt x="7561" y="2144"/>
                    <a:pt x="7775" y="2144"/>
                  </a:cubicBezTo>
                  <a:close/>
                  <a:moveTo>
                    <a:pt x="2894" y="1"/>
                  </a:moveTo>
                  <a:cubicBezTo>
                    <a:pt x="2489" y="1"/>
                    <a:pt x="2179" y="334"/>
                    <a:pt x="2179" y="715"/>
                  </a:cubicBezTo>
                  <a:lnTo>
                    <a:pt x="2179" y="1180"/>
                  </a:lnTo>
                  <a:cubicBezTo>
                    <a:pt x="2179" y="1465"/>
                    <a:pt x="2310" y="1727"/>
                    <a:pt x="2548" y="1894"/>
                  </a:cubicBezTo>
                  <a:lnTo>
                    <a:pt x="2548" y="2061"/>
                  </a:lnTo>
                  <a:lnTo>
                    <a:pt x="2251" y="2180"/>
                  </a:lnTo>
                  <a:cubicBezTo>
                    <a:pt x="2215" y="2120"/>
                    <a:pt x="2179" y="2072"/>
                    <a:pt x="2132" y="2025"/>
                  </a:cubicBezTo>
                  <a:cubicBezTo>
                    <a:pt x="2001" y="1894"/>
                    <a:pt x="1822" y="1822"/>
                    <a:pt x="1620" y="1822"/>
                  </a:cubicBezTo>
                  <a:lnTo>
                    <a:pt x="1251" y="1822"/>
                  </a:lnTo>
                  <a:cubicBezTo>
                    <a:pt x="846" y="1822"/>
                    <a:pt x="536" y="2144"/>
                    <a:pt x="536" y="2537"/>
                  </a:cubicBezTo>
                  <a:lnTo>
                    <a:pt x="536" y="2989"/>
                  </a:lnTo>
                  <a:cubicBezTo>
                    <a:pt x="536" y="3275"/>
                    <a:pt x="679" y="3549"/>
                    <a:pt x="905" y="3704"/>
                  </a:cubicBezTo>
                  <a:lnTo>
                    <a:pt x="905" y="3870"/>
                  </a:lnTo>
                  <a:lnTo>
                    <a:pt x="453" y="4049"/>
                  </a:lnTo>
                  <a:cubicBezTo>
                    <a:pt x="179" y="4156"/>
                    <a:pt x="1" y="4418"/>
                    <a:pt x="1" y="4716"/>
                  </a:cubicBezTo>
                  <a:lnTo>
                    <a:pt x="1" y="5811"/>
                  </a:lnTo>
                  <a:cubicBezTo>
                    <a:pt x="1" y="5894"/>
                    <a:pt x="84" y="5966"/>
                    <a:pt x="167" y="5966"/>
                  </a:cubicBezTo>
                  <a:cubicBezTo>
                    <a:pt x="251" y="5966"/>
                    <a:pt x="334" y="5894"/>
                    <a:pt x="334" y="5811"/>
                  </a:cubicBezTo>
                  <a:lnTo>
                    <a:pt x="334" y="4716"/>
                  </a:lnTo>
                  <a:cubicBezTo>
                    <a:pt x="334" y="4573"/>
                    <a:pt x="417" y="4418"/>
                    <a:pt x="572" y="4358"/>
                  </a:cubicBezTo>
                  <a:lnTo>
                    <a:pt x="1108" y="4156"/>
                  </a:lnTo>
                  <a:lnTo>
                    <a:pt x="1775" y="4156"/>
                  </a:lnTo>
                  <a:lnTo>
                    <a:pt x="2310" y="4358"/>
                  </a:lnTo>
                  <a:cubicBezTo>
                    <a:pt x="2453" y="4418"/>
                    <a:pt x="2548" y="4561"/>
                    <a:pt x="2548" y="4716"/>
                  </a:cubicBezTo>
                  <a:lnTo>
                    <a:pt x="2548" y="5811"/>
                  </a:lnTo>
                  <a:cubicBezTo>
                    <a:pt x="2548" y="5894"/>
                    <a:pt x="2620" y="5966"/>
                    <a:pt x="2715" y="5966"/>
                  </a:cubicBezTo>
                  <a:cubicBezTo>
                    <a:pt x="2799" y="5966"/>
                    <a:pt x="2870" y="5894"/>
                    <a:pt x="2870" y="5811"/>
                  </a:cubicBezTo>
                  <a:lnTo>
                    <a:pt x="2870" y="4716"/>
                  </a:lnTo>
                  <a:cubicBezTo>
                    <a:pt x="2870" y="4418"/>
                    <a:pt x="2691" y="4168"/>
                    <a:pt x="2429" y="4049"/>
                  </a:cubicBezTo>
                  <a:lnTo>
                    <a:pt x="1965" y="3870"/>
                  </a:lnTo>
                  <a:lnTo>
                    <a:pt x="1965" y="3704"/>
                  </a:lnTo>
                  <a:cubicBezTo>
                    <a:pt x="2191" y="3537"/>
                    <a:pt x="2334" y="3275"/>
                    <a:pt x="2334" y="2989"/>
                  </a:cubicBezTo>
                  <a:lnTo>
                    <a:pt x="2334" y="2537"/>
                  </a:lnTo>
                  <a:lnTo>
                    <a:pt x="2334" y="2501"/>
                  </a:lnTo>
                  <a:lnTo>
                    <a:pt x="2751" y="2334"/>
                  </a:lnTo>
                  <a:lnTo>
                    <a:pt x="3430" y="2334"/>
                  </a:lnTo>
                  <a:lnTo>
                    <a:pt x="3846" y="2501"/>
                  </a:lnTo>
                  <a:lnTo>
                    <a:pt x="3846" y="2537"/>
                  </a:lnTo>
                  <a:lnTo>
                    <a:pt x="3846" y="2989"/>
                  </a:lnTo>
                  <a:cubicBezTo>
                    <a:pt x="3846" y="3275"/>
                    <a:pt x="3977" y="3549"/>
                    <a:pt x="4215" y="3704"/>
                  </a:cubicBezTo>
                  <a:lnTo>
                    <a:pt x="4215" y="3870"/>
                  </a:lnTo>
                  <a:lnTo>
                    <a:pt x="3751" y="4049"/>
                  </a:lnTo>
                  <a:cubicBezTo>
                    <a:pt x="3489" y="4156"/>
                    <a:pt x="3310" y="4418"/>
                    <a:pt x="3310" y="4716"/>
                  </a:cubicBezTo>
                  <a:lnTo>
                    <a:pt x="3310" y="5811"/>
                  </a:lnTo>
                  <a:cubicBezTo>
                    <a:pt x="3310" y="5894"/>
                    <a:pt x="3382" y="5966"/>
                    <a:pt x="3465" y="5966"/>
                  </a:cubicBezTo>
                  <a:cubicBezTo>
                    <a:pt x="3561" y="5966"/>
                    <a:pt x="3632" y="5894"/>
                    <a:pt x="3632" y="5811"/>
                  </a:cubicBezTo>
                  <a:lnTo>
                    <a:pt x="3632" y="4716"/>
                  </a:lnTo>
                  <a:cubicBezTo>
                    <a:pt x="3632" y="4573"/>
                    <a:pt x="3727" y="4418"/>
                    <a:pt x="3870" y="4358"/>
                  </a:cubicBezTo>
                  <a:lnTo>
                    <a:pt x="4406" y="4156"/>
                  </a:lnTo>
                  <a:lnTo>
                    <a:pt x="5073" y="4156"/>
                  </a:lnTo>
                  <a:lnTo>
                    <a:pt x="5608" y="4358"/>
                  </a:lnTo>
                  <a:cubicBezTo>
                    <a:pt x="5763" y="4418"/>
                    <a:pt x="5847" y="4561"/>
                    <a:pt x="5847" y="4716"/>
                  </a:cubicBezTo>
                  <a:lnTo>
                    <a:pt x="5847" y="5811"/>
                  </a:lnTo>
                  <a:cubicBezTo>
                    <a:pt x="5847" y="5894"/>
                    <a:pt x="5930" y="5966"/>
                    <a:pt x="6013" y="5966"/>
                  </a:cubicBezTo>
                  <a:cubicBezTo>
                    <a:pt x="6108" y="5966"/>
                    <a:pt x="6180" y="5894"/>
                    <a:pt x="6180" y="5811"/>
                  </a:cubicBezTo>
                  <a:lnTo>
                    <a:pt x="6180" y="4716"/>
                  </a:lnTo>
                  <a:cubicBezTo>
                    <a:pt x="6180" y="4418"/>
                    <a:pt x="6001" y="4168"/>
                    <a:pt x="5727" y="4049"/>
                  </a:cubicBezTo>
                  <a:lnTo>
                    <a:pt x="5275" y="3870"/>
                  </a:lnTo>
                  <a:lnTo>
                    <a:pt x="5275" y="3704"/>
                  </a:lnTo>
                  <a:cubicBezTo>
                    <a:pt x="5489" y="3537"/>
                    <a:pt x="5644" y="3275"/>
                    <a:pt x="5644" y="2989"/>
                  </a:cubicBezTo>
                  <a:lnTo>
                    <a:pt x="5644" y="2537"/>
                  </a:lnTo>
                  <a:lnTo>
                    <a:pt x="5644" y="2501"/>
                  </a:lnTo>
                  <a:lnTo>
                    <a:pt x="6061" y="2334"/>
                  </a:lnTo>
                  <a:lnTo>
                    <a:pt x="6728" y="2334"/>
                  </a:lnTo>
                  <a:lnTo>
                    <a:pt x="7144" y="2501"/>
                  </a:lnTo>
                  <a:lnTo>
                    <a:pt x="7144" y="2537"/>
                  </a:lnTo>
                  <a:lnTo>
                    <a:pt x="7144" y="2989"/>
                  </a:lnTo>
                  <a:cubicBezTo>
                    <a:pt x="7144" y="3275"/>
                    <a:pt x="7275" y="3549"/>
                    <a:pt x="7513" y="3704"/>
                  </a:cubicBezTo>
                  <a:lnTo>
                    <a:pt x="7513" y="3870"/>
                  </a:lnTo>
                  <a:lnTo>
                    <a:pt x="7061" y="4049"/>
                  </a:lnTo>
                  <a:cubicBezTo>
                    <a:pt x="6787" y="4156"/>
                    <a:pt x="6609" y="4418"/>
                    <a:pt x="6609" y="4716"/>
                  </a:cubicBezTo>
                  <a:lnTo>
                    <a:pt x="6609" y="5811"/>
                  </a:lnTo>
                  <a:cubicBezTo>
                    <a:pt x="6609" y="5894"/>
                    <a:pt x="6680" y="5966"/>
                    <a:pt x="6775" y="5966"/>
                  </a:cubicBezTo>
                  <a:cubicBezTo>
                    <a:pt x="6859" y="5966"/>
                    <a:pt x="6942" y="5894"/>
                    <a:pt x="6942" y="5811"/>
                  </a:cubicBezTo>
                  <a:lnTo>
                    <a:pt x="6942" y="4716"/>
                  </a:lnTo>
                  <a:cubicBezTo>
                    <a:pt x="6942" y="4573"/>
                    <a:pt x="7025" y="4418"/>
                    <a:pt x="7180" y="4358"/>
                  </a:cubicBezTo>
                  <a:lnTo>
                    <a:pt x="7716" y="4156"/>
                  </a:lnTo>
                  <a:lnTo>
                    <a:pt x="8383" y="4156"/>
                  </a:lnTo>
                  <a:lnTo>
                    <a:pt x="8918" y="4358"/>
                  </a:lnTo>
                  <a:cubicBezTo>
                    <a:pt x="9061" y="4418"/>
                    <a:pt x="9156" y="4561"/>
                    <a:pt x="9156" y="4716"/>
                  </a:cubicBezTo>
                  <a:lnTo>
                    <a:pt x="9156" y="5811"/>
                  </a:lnTo>
                  <a:cubicBezTo>
                    <a:pt x="9156" y="5894"/>
                    <a:pt x="9228" y="5966"/>
                    <a:pt x="9323" y="5966"/>
                  </a:cubicBezTo>
                  <a:cubicBezTo>
                    <a:pt x="9406" y="5966"/>
                    <a:pt x="9478" y="5894"/>
                    <a:pt x="9478" y="5811"/>
                  </a:cubicBezTo>
                  <a:lnTo>
                    <a:pt x="9478" y="4716"/>
                  </a:lnTo>
                  <a:cubicBezTo>
                    <a:pt x="9418" y="4418"/>
                    <a:pt x="9252" y="4156"/>
                    <a:pt x="8978" y="4049"/>
                  </a:cubicBezTo>
                  <a:lnTo>
                    <a:pt x="8514" y="3870"/>
                  </a:lnTo>
                  <a:lnTo>
                    <a:pt x="8514" y="3704"/>
                  </a:lnTo>
                  <a:cubicBezTo>
                    <a:pt x="8740" y="3537"/>
                    <a:pt x="8895" y="3275"/>
                    <a:pt x="8895" y="2989"/>
                  </a:cubicBezTo>
                  <a:lnTo>
                    <a:pt x="8895" y="2537"/>
                  </a:lnTo>
                  <a:cubicBezTo>
                    <a:pt x="8895" y="2334"/>
                    <a:pt x="8811" y="2156"/>
                    <a:pt x="8680" y="2025"/>
                  </a:cubicBezTo>
                  <a:cubicBezTo>
                    <a:pt x="8549" y="1894"/>
                    <a:pt x="8371" y="1822"/>
                    <a:pt x="8168" y="1822"/>
                  </a:cubicBezTo>
                  <a:lnTo>
                    <a:pt x="7799" y="1822"/>
                  </a:lnTo>
                  <a:cubicBezTo>
                    <a:pt x="7537" y="1822"/>
                    <a:pt x="7311" y="1965"/>
                    <a:pt x="7192" y="2180"/>
                  </a:cubicBezTo>
                  <a:lnTo>
                    <a:pt x="6882" y="2061"/>
                  </a:lnTo>
                  <a:lnTo>
                    <a:pt x="6882" y="1894"/>
                  </a:lnTo>
                  <a:cubicBezTo>
                    <a:pt x="7109" y="1727"/>
                    <a:pt x="7251" y="1465"/>
                    <a:pt x="7251" y="1180"/>
                  </a:cubicBezTo>
                  <a:lnTo>
                    <a:pt x="7251" y="715"/>
                  </a:lnTo>
                  <a:cubicBezTo>
                    <a:pt x="7251" y="525"/>
                    <a:pt x="7180" y="346"/>
                    <a:pt x="7037" y="215"/>
                  </a:cubicBezTo>
                  <a:cubicBezTo>
                    <a:pt x="6906" y="72"/>
                    <a:pt x="6728" y="1"/>
                    <a:pt x="6537" y="1"/>
                  </a:cubicBezTo>
                  <a:lnTo>
                    <a:pt x="6168" y="1"/>
                  </a:lnTo>
                  <a:cubicBezTo>
                    <a:pt x="5763" y="1"/>
                    <a:pt x="5454" y="334"/>
                    <a:pt x="5454" y="715"/>
                  </a:cubicBezTo>
                  <a:lnTo>
                    <a:pt x="5454" y="1180"/>
                  </a:lnTo>
                  <a:cubicBezTo>
                    <a:pt x="5454" y="1465"/>
                    <a:pt x="5585" y="1727"/>
                    <a:pt x="5823" y="1894"/>
                  </a:cubicBezTo>
                  <a:lnTo>
                    <a:pt x="5823" y="2061"/>
                  </a:lnTo>
                  <a:lnTo>
                    <a:pt x="5525" y="2180"/>
                  </a:lnTo>
                  <a:cubicBezTo>
                    <a:pt x="5489" y="2120"/>
                    <a:pt x="5454" y="2072"/>
                    <a:pt x="5406" y="2025"/>
                  </a:cubicBezTo>
                  <a:cubicBezTo>
                    <a:pt x="5275" y="1894"/>
                    <a:pt x="5096" y="1822"/>
                    <a:pt x="4894" y="1822"/>
                  </a:cubicBezTo>
                  <a:lnTo>
                    <a:pt x="4525" y="1822"/>
                  </a:lnTo>
                  <a:cubicBezTo>
                    <a:pt x="4263" y="1822"/>
                    <a:pt x="4037" y="1965"/>
                    <a:pt x="3918" y="2180"/>
                  </a:cubicBezTo>
                  <a:lnTo>
                    <a:pt x="3608" y="2061"/>
                  </a:lnTo>
                  <a:lnTo>
                    <a:pt x="3608" y="1894"/>
                  </a:lnTo>
                  <a:cubicBezTo>
                    <a:pt x="3834" y="1727"/>
                    <a:pt x="3977" y="1465"/>
                    <a:pt x="3977" y="1180"/>
                  </a:cubicBezTo>
                  <a:lnTo>
                    <a:pt x="3977" y="715"/>
                  </a:lnTo>
                  <a:cubicBezTo>
                    <a:pt x="3977" y="525"/>
                    <a:pt x="3906" y="346"/>
                    <a:pt x="3763" y="215"/>
                  </a:cubicBezTo>
                  <a:cubicBezTo>
                    <a:pt x="3632" y="72"/>
                    <a:pt x="3453" y="1"/>
                    <a:pt x="32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45"/>
            <p:cNvSpPr/>
            <p:nvPr/>
          </p:nvSpPr>
          <p:spPr>
            <a:xfrm>
              <a:off x="5868111" y="2906521"/>
              <a:ext cx="127724" cy="172823"/>
            </a:xfrm>
            <a:custGeom>
              <a:rect b="b" l="l" r="r" t="t"/>
              <a:pathLst>
                <a:path extrusionOk="0" h="5430" w="4013">
                  <a:moveTo>
                    <a:pt x="2191" y="334"/>
                  </a:moveTo>
                  <a:cubicBezTo>
                    <a:pt x="2406" y="334"/>
                    <a:pt x="2560" y="501"/>
                    <a:pt x="2560" y="703"/>
                  </a:cubicBezTo>
                  <a:lnTo>
                    <a:pt x="2560" y="1084"/>
                  </a:lnTo>
                  <a:cubicBezTo>
                    <a:pt x="2560" y="1394"/>
                    <a:pt x="2310" y="1644"/>
                    <a:pt x="2001" y="1644"/>
                  </a:cubicBezTo>
                  <a:cubicBezTo>
                    <a:pt x="1691" y="1644"/>
                    <a:pt x="1453" y="1394"/>
                    <a:pt x="1453" y="1084"/>
                  </a:cubicBezTo>
                  <a:lnTo>
                    <a:pt x="1453" y="703"/>
                  </a:lnTo>
                  <a:cubicBezTo>
                    <a:pt x="1453" y="501"/>
                    <a:pt x="1608" y="334"/>
                    <a:pt x="1822" y="334"/>
                  </a:cubicBezTo>
                  <a:close/>
                  <a:moveTo>
                    <a:pt x="2191" y="1953"/>
                  </a:moveTo>
                  <a:lnTo>
                    <a:pt x="2191" y="2060"/>
                  </a:lnTo>
                  <a:cubicBezTo>
                    <a:pt x="2203" y="2120"/>
                    <a:pt x="2227" y="2179"/>
                    <a:pt x="2251" y="2239"/>
                  </a:cubicBezTo>
                  <a:lnTo>
                    <a:pt x="2013" y="2477"/>
                  </a:lnTo>
                  <a:lnTo>
                    <a:pt x="2001" y="2477"/>
                  </a:lnTo>
                  <a:lnTo>
                    <a:pt x="1763" y="2239"/>
                  </a:lnTo>
                  <a:cubicBezTo>
                    <a:pt x="1786" y="2179"/>
                    <a:pt x="1810" y="2120"/>
                    <a:pt x="1810" y="2060"/>
                  </a:cubicBezTo>
                  <a:lnTo>
                    <a:pt x="1810" y="1953"/>
                  </a:lnTo>
                  <a:cubicBezTo>
                    <a:pt x="1870" y="1965"/>
                    <a:pt x="1941" y="1965"/>
                    <a:pt x="2001" y="1965"/>
                  </a:cubicBezTo>
                  <a:cubicBezTo>
                    <a:pt x="2060" y="1965"/>
                    <a:pt x="2132" y="1953"/>
                    <a:pt x="2191" y="1953"/>
                  </a:cubicBezTo>
                  <a:close/>
                  <a:moveTo>
                    <a:pt x="2525" y="2429"/>
                  </a:moveTo>
                  <a:lnTo>
                    <a:pt x="2822" y="2584"/>
                  </a:lnTo>
                  <a:cubicBezTo>
                    <a:pt x="2882" y="2608"/>
                    <a:pt x="2917" y="2680"/>
                    <a:pt x="2917" y="2763"/>
                  </a:cubicBezTo>
                  <a:lnTo>
                    <a:pt x="2917" y="3084"/>
                  </a:lnTo>
                  <a:lnTo>
                    <a:pt x="1072" y="3084"/>
                  </a:lnTo>
                  <a:lnTo>
                    <a:pt x="1072" y="2763"/>
                  </a:lnTo>
                  <a:cubicBezTo>
                    <a:pt x="1072" y="2680"/>
                    <a:pt x="1120" y="2632"/>
                    <a:pt x="1179" y="2584"/>
                  </a:cubicBezTo>
                  <a:lnTo>
                    <a:pt x="1477" y="2429"/>
                  </a:lnTo>
                  <a:lnTo>
                    <a:pt x="1751" y="2703"/>
                  </a:lnTo>
                  <a:cubicBezTo>
                    <a:pt x="1822" y="2775"/>
                    <a:pt x="1905" y="2799"/>
                    <a:pt x="2001" y="2799"/>
                  </a:cubicBezTo>
                  <a:cubicBezTo>
                    <a:pt x="2084" y="2799"/>
                    <a:pt x="2179" y="2775"/>
                    <a:pt x="2251" y="2703"/>
                  </a:cubicBezTo>
                  <a:lnTo>
                    <a:pt x="2525" y="2429"/>
                  </a:lnTo>
                  <a:close/>
                  <a:moveTo>
                    <a:pt x="3560" y="3442"/>
                  </a:moveTo>
                  <a:lnTo>
                    <a:pt x="3370" y="3834"/>
                  </a:lnTo>
                  <a:lnTo>
                    <a:pt x="655" y="3834"/>
                  </a:lnTo>
                  <a:lnTo>
                    <a:pt x="465" y="3442"/>
                  </a:lnTo>
                  <a:close/>
                  <a:moveTo>
                    <a:pt x="1822" y="1"/>
                  </a:moveTo>
                  <a:cubicBezTo>
                    <a:pt x="1417" y="1"/>
                    <a:pt x="1108" y="334"/>
                    <a:pt x="1108" y="715"/>
                  </a:cubicBezTo>
                  <a:lnTo>
                    <a:pt x="1108" y="1096"/>
                  </a:lnTo>
                  <a:cubicBezTo>
                    <a:pt x="1108" y="1394"/>
                    <a:pt x="1251" y="1656"/>
                    <a:pt x="1477" y="1822"/>
                  </a:cubicBezTo>
                  <a:lnTo>
                    <a:pt x="1477" y="2072"/>
                  </a:lnTo>
                  <a:lnTo>
                    <a:pt x="1477" y="2084"/>
                  </a:lnTo>
                  <a:lnTo>
                    <a:pt x="1048" y="2299"/>
                  </a:lnTo>
                  <a:cubicBezTo>
                    <a:pt x="870" y="2382"/>
                    <a:pt x="751" y="2584"/>
                    <a:pt x="751" y="2775"/>
                  </a:cubicBezTo>
                  <a:lnTo>
                    <a:pt x="751" y="3108"/>
                  </a:lnTo>
                  <a:lnTo>
                    <a:pt x="179" y="3108"/>
                  </a:lnTo>
                  <a:cubicBezTo>
                    <a:pt x="120" y="3108"/>
                    <a:pt x="60" y="3132"/>
                    <a:pt x="36" y="3180"/>
                  </a:cubicBezTo>
                  <a:cubicBezTo>
                    <a:pt x="0" y="3227"/>
                    <a:pt x="0" y="3299"/>
                    <a:pt x="24" y="3346"/>
                  </a:cubicBezTo>
                  <a:lnTo>
                    <a:pt x="393" y="4073"/>
                  </a:lnTo>
                  <a:cubicBezTo>
                    <a:pt x="417" y="4132"/>
                    <a:pt x="477" y="4156"/>
                    <a:pt x="536" y="4156"/>
                  </a:cubicBezTo>
                  <a:lnTo>
                    <a:pt x="739" y="4156"/>
                  </a:lnTo>
                  <a:lnTo>
                    <a:pt x="739" y="5263"/>
                  </a:lnTo>
                  <a:cubicBezTo>
                    <a:pt x="739" y="5347"/>
                    <a:pt x="810" y="5430"/>
                    <a:pt x="893" y="5430"/>
                  </a:cubicBezTo>
                  <a:cubicBezTo>
                    <a:pt x="989" y="5430"/>
                    <a:pt x="1060" y="5347"/>
                    <a:pt x="1060" y="5263"/>
                  </a:cubicBezTo>
                  <a:lnTo>
                    <a:pt x="1060" y="4156"/>
                  </a:lnTo>
                  <a:lnTo>
                    <a:pt x="2906" y="4156"/>
                  </a:lnTo>
                  <a:lnTo>
                    <a:pt x="2906" y="5263"/>
                  </a:lnTo>
                  <a:cubicBezTo>
                    <a:pt x="2906" y="5347"/>
                    <a:pt x="2977" y="5430"/>
                    <a:pt x="3072" y="5430"/>
                  </a:cubicBezTo>
                  <a:cubicBezTo>
                    <a:pt x="3156" y="5430"/>
                    <a:pt x="3227" y="5347"/>
                    <a:pt x="3227" y="5263"/>
                  </a:cubicBezTo>
                  <a:lnTo>
                    <a:pt x="3227" y="4156"/>
                  </a:lnTo>
                  <a:lnTo>
                    <a:pt x="3429" y="4156"/>
                  </a:lnTo>
                  <a:cubicBezTo>
                    <a:pt x="3489" y="4156"/>
                    <a:pt x="3549" y="4132"/>
                    <a:pt x="3572" y="4073"/>
                  </a:cubicBezTo>
                  <a:lnTo>
                    <a:pt x="3941" y="3346"/>
                  </a:lnTo>
                  <a:cubicBezTo>
                    <a:pt x="4013" y="3299"/>
                    <a:pt x="4013" y="3227"/>
                    <a:pt x="3977" y="3180"/>
                  </a:cubicBezTo>
                  <a:cubicBezTo>
                    <a:pt x="3953" y="3132"/>
                    <a:pt x="3894" y="3108"/>
                    <a:pt x="3834" y="3108"/>
                  </a:cubicBezTo>
                  <a:lnTo>
                    <a:pt x="3263" y="3108"/>
                  </a:lnTo>
                  <a:lnTo>
                    <a:pt x="3263" y="2775"/>
                  </a:lnTo>
                  <a:cubicBezTo>
                    <a:pt x="3263" y="2572"/>
                    <a:pt x="3144" y="2382"/>
                    <a:pt x="2965" y="2299"/>
                  </a:cubicBezTo>
                  <a:lnTo>
                    <a:pt x="2536" y="2084"/>
                  </a:lnTo>
                  <a:lnTo>
                    <a:pt x="2536" y="2072"/>
                  </a:lnTo>
                  <a:lnTo>
                    <a:pt x="2536" y="1822"/>
                  </a:lnTo>
                  <a:cubicBezTo>
                    <a:pt x="2763" y="1656"/>
                    <a:pt x="2906" y="1394"/>
                    <a:pt x="2906" y="1096"/>
                  </a:cubicBezTo>
                  <a:lnTo>
                    <a:pt x="2906" y="715"/>
                  </a:lnTo>
                  <a:cubicBezTo>
                    <a:pt x="2906" y="322"/>
                    <a:pt x="2572" y="1"/>
                    <a:pt x="2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45"/>
            <p:cNvSpPr/>
            <p:nvPr/>
          </p:nvSpPr>
          <p:spPr>
            <a:xfrm>
              <a:off x="5915088" y="3051655"/>
              <a:ext cx="34151" cy="10662"/>
            </a:xfrm>
            <a:custGeom>
              <a:rect b="b" l="l" r="r" t="t"/>
              <a:pathLst>
                <a:path extrusionOk="0" h="335" w="1073">
                  <a:moveTo>
                    <a:pt x="168" y="1"/>
                  </a:moveTo>
                  <a:cubicBezTo>
                    <a:pt x="72" y="1"/>
                    <a:pt x="1" y="72"/>
                    <a:pt x="1" y="167"/>
                  </a:cubicBezTo>
                  <a:cubicBezTo>
                    <a:pt x="1" y="251"/>
                    <a:pt x="72" y="334"/>
                    <a:pt x="168" y="334"/>
                  </a:cubicBezTo>
                  <a:lnTo>
                    <a:pt x="894" y="334"/>
                  </a:lnTo>
                  <a:cubicBezTo>
                    <a:pt x="989" y="334"/>
                    <a:pt x="1060" y="251"/>
                    <a:pt x="1060" y="167"/>
                  </a:cubicBezTo>
                  <a:cubicBezTo>
                    <a:pt x="1072" y="72"/>
                    <a:pt x="989" y="1"/>
                    <a:pt x="89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6" name="Google Shape;486;p45"/>
          <p:cNvGrpSpPr/>
          <p:nvPr/>
        </p:nvGrpSpPr>
        <p:grpSpPr>
          <a:xfrm>
            <a:off x="6877526" y="1190919"/>
            <a:ext cx="482341" cy="481379"/>
            <a:chOff x="975800" y="1925575"/>
            <a:chExt cx="363400" cy="362675"/>
          </a:xfrm>
        </p:grpSpPr>
        <p:sp>
          <p:nvSpPr>
            <p:cNvPr id="487" name="Google Shape;487;p45"/>
            <p:cNvSpPr/>
            <p:nvPr/>
          </p:nvSpPr>
          <p:spPr>
            <a:xfrm>
              <a:off x="975800" y="1925575"/>
              <a:ext cx="363400" cy="362675"/>
            </a:xfrm>
            <a:custGeom>
              <a:rect b="b" l="l" r="r" t="t"/>
              <a:pathLst>
                <a:path extrusionOk="0" h="14507" w="14536">
                  <a:moveTo>
                    <a:pt x="11106" y="480"/>
                  </a:moveTo>
                  <a:cubicBezTo>
                    <a:pt x="11627" y="480"/>
                    <a:pt x="12144" y="835"/>
                    <a:pt x="12098" y="1545"/>
                  </a:cubicBezTo>
                  <a:lnTo>
                    <a:pt x="12098" y="4230"/>
                  </a:lnTo>
                  <a:lnTo>
                    <a:pt x="10092" y="4230"/>
                  </a:lnTo>
                  <a:lnTo>
                    <a:pt x="10092" y="1545"/>
                  </a:lnTo>
                  <a:cubicBezTo>
                    <a:pt x="10061" y="835"/>
                    <a:pt x="10586" y="480"/>
                    <a:pt x="11106" y="480"/>
                  </a:cubicBezTo>
                  <a:close/>
                  <a:moveTo>
                    <a:pt x="9907" y="527"/>
                  </a:moveTo>
                  <a:cubicBezTo>
                    <a:pt x="9660" y="804"/>
                    <a:pt x="9536" y="1175"/>
                    <a:pt x="9536" y="1545"/>
                  </a:cubicBezTo>
                  <a:lnTo>
                    <a:pt x="9536" y="7501"/>
                  </a:lnTo>
                  <a:cubicBezTo>
                    <a:pt x="9490" y="8119"/>
                    <a:pt x="9012" y="8427"/>
                    <a:pt x="8537" y="8427"/>
                  </a:cubicBezTo>
                  <a:cubicBezTo>
                    <a:pt x="8063" y="8427"/>
                    <a:pt x="7592" y="8119"/>
                    <a:pt x="7561" y="7501"/>
                  </a:cubicBezTo>
                  <a:lnTo>
                    <a:pt x="7561" y="7069"/>
                  </a:lnTo>
                  <a:cubicBezTo>
                    <a:pt x="7561" y="6915"/>
                    <a:pt x="7407" y="6791"/>
                    <a:pt x="7253" y="6791"/>
                  </a:cubicBezTo>
                  <a:lnTo>
                    <a:pt x="4135" y="6791"/>
                  </a:lnTo>
                  <a:lnTo>
                    <a:pt x="4135" y="1545"/>
                  </a:lnTo>
                  <a:cubicBezTo>
                    <a:pt x="4135" y="989"/>
                    <a:pt x="4598" y="527"/>
                    <a:pt x="5123" y="527"/>
                  </a:cubicBezTo>
                  <a:close/>
                  <a:moveTo>
                    <a:pt x="6975" y="7347"/>
                  </a:moveTo>
                  <a:lnTo>
                    <a:pt x="6975" y="7501"/>
                  </a:lnTo>
                  <a:cubicBezTo>
                    <a:pt x="6975" y="7841"/>
                    <a:pt x="7098" y="8211"/>
                    <a:pt x="7345" y="8489"/>
                  </a:cubicBezTo>
                  <a:lnTo>
                    <a:pt x="3426" y="8489"/>
                  </a:lnTo>
                  <a:cubicBezTo>
                    <a:pt x="2901" y="8489"/>
                    <a:pt x="2438" y="8026"/>
                    <a:pt x="2438" y="7501"/>
                  </a:cubicBezTo>
                  <a:lnTo>
                    <a:pt x="2438" y="7347"/>
                  </a:lnTo>
                  <a:close/>
                  <a:moveTo>
                    <a:pt x="13672" y="3088"/>
                  </a:moveTo>
                  <a:cubicBezTo>
                    <a:pt x="13826" y="3088"/>
                    <a:pt x="13950" y="3211"/>
                    <a:pt x="13950" y="3366"/>
                  </a:cubicBezTo>
                  <a:lnTo>
                    <a:pt x="13950" y="10186"/>
                  </a:lnTo>
                  <a:lnTo>
                    <a:pt x="8549" y="10186"/>
                  </a:lnTo>
                  <a:cubicBezTo>
                    <a:pt x="8148" y="10186"/>
                    <a:pt x="8148" y="10773"/>
                    <a:pt x="8549" y="10773"/>
                  </a:cubicBezTo>
                  <a:lnTo>
                    <a:pt x="13980" y="10773"/>
                  </a:lnTo>
                  <a:lnTo>
                    <a:pt x="13980" y="11791"/>
                  </a:lnTo>
                  <a:cubicBezTo>
                    <a:pt x="13950" y="11945"/>
                    <a:pt x="13826" y="12069"/>
                    <a:pt x="13672" y="12069"/>
                  </a:cubicBezTo>
                  <a:lnTo>
                    <a:pt x="864" y="12069"/>
                  </a:lnTo>
                  <a:cubicBezTo>
                    <a:pt x="710" y="12069"/>
                    <a:pt x="556" y="11945"/>
                    <a:pt x="556" y="11791"/>
                  </a:cubicBezTo>
                  <a:lnTo>
                    <a:pt x="556" y="10773"/>
                  </a:lnTo>
                  <a:lnTo>
                    <a:pt x="5987" y="10773"/>
                  </a:lnTo>
                  <a:cubicBezTo>
                    <a:pt x="6358" y="10773"/>
                    <a:pt x="6358" y="10217"/>
                    <a:pt x="5987" y="10217"/>
                  </a:cubicBezTo>
                  <a:lnTo>
                    <a:pt x="586" y="10217"/>
                  </a:lnTo>
                  <a:lnTo>
                    <a:pt x="586" y="3366"/>
                  </a:lnTo>
                  <a:cubicBezTo>
                    <a:pt x="586" y="3211"/>
                    <a:pt x="710" y="3088"/>
                    <a:pt x="864" y="3088"/>
                  </a:cubicBezTo>
                  <a:lnTo>
                    <a:pt x="3580" y="3088"/>
                  </a:lnTo>
                  <a:lnTo>
                    <a:pt x="3580" y="6791"/>
                  </a:lnTo>
                  <a:lnTo>
                    <a:pt x="2160" y="6791"/>
                  </a:lnTo>
                  <a:cubicBezTo>
                    <a:pt x="2006" y="6791"/>
                    <a:pt x="1883" y="6915"/>
                    <a:pt x="1883" y="7069"/>
                  </a:cubicBezTo>
                  <a:lnTo>
                    <a:pt x="1883" y="7501"/>
                  </a:lnTo>
                  <a:cubicBezTo>
                    <a:pt x="1883" y="8335"/>
                    <a:pt x="2562" y="9044"/>
                    <a:pt x="3426" y="9044"/>
                  </a:cubicBezTo>
                  <a:lnTo>
                    <a:pt x="8549" y="9044"/>
                  </a:lnTo>
                  <a:cubicBezTo>
                    <a:pt x="9413" y="9044"/>
                    <a:pt x="10092" y="8365"/>
                    <a:pt x="10092" y="7501"/>
                  </a:cubicBezTo>
                  <a:lnTo>
                    <a:pt x="10092" y="4785"/>
                  </a:lnTo>
                  <a:lnTo>
                    <a:pt x="12376" y="4785"/>
                  </a:lnTo>
                  <a:cubicBezTo>
                    <a:pt x="12530" y="4785"/>
                    <a:pt x="12653" y="4662"/>
                    <a:pt x="12653" y="4508"/>
                  </a:cubicBezTo>
                  <a:lnTo>
                    <a:pt x="12653" y="3088"/>
                  </a:lnTo>
                  <a:close/>
                  <a:moveTo>
                    <a:pt x="8672" y="12624"/>
                  </a:moveTo>
                  <a:lnTo>
                    <a:pt x="8672" y="13951"/>
                  </a:lnTo>
                  <a:lnTo>
                    <a:pt x="5833" y="13951"/>
                  </a:lnTo>
                  <a:lnTo>
                    <a:pt x="5833" y="12624"/>
                  </a:lnTo>
                  <a:close/>
                  <a:moveTo>
                    <a:pt x="11163" y="1"/>
                  </a:moveTo>
                  <a:cubicBezTo>
                    <a:pt x="11145" y="1"/>
                    <a:pt x="11128" y="1"/>
                    <a:pt x="11110" y="2"/>
                  </a:cubicBezTo>
                  <a:lnTo>
                    <a:pt x="5154" y="2"/>
                  </a:lnTo>
                  <a:cubicBezTo>
                    <a:pt x="4290" y="2"/>
                    <a:pt x="3580" y="681"/>
                    <a:pt x="3580" y="1545"/>
                  </a:cubicBezTo>
                  <a:lnTo>
                    <a:pt x="3580" y="2533"/>
                  </a:lnTo>
                  <a:lnTo>
                    <a:pt x="864" y="2533"/>
                  </a:lnTo>
                  <a:cubicBezTo>
                    <a:pt x="370" y="2533"/>
                    <a:pt x="0" y="2903"/>
                    <a:pt x="0" y="3366"/>
                  </a:cubicBezTo>
                  <a:lnTo>
                    <a:pt x="0" y="11791"/>
                  </a:lnTo>
                  <a:cubicBezTo>
                    <a:pt x="0" y="12254"/>
                    <a:pt x="370" y="12624"/>
                    <a:pt x="864" y="12624"/>
                  </a:cubicBezTo>
                  <a:lnTo>
                    <a:pt x="5277" y="12624"/>
                  </a:lnTo>
                  <a:lnTo>
                    <a:pt x="5277" y="13951"/>
                  </a:lnTo>
                  <a:lnTo>
                    <a:pt x="3858" y="13951"/>
                  </a:lnTo>
                  <a:cubicBezTo>
                    <a:pt x="3844" y="13949"/>
                    <a:pt x="3831" y="13947"/>
                    <a:pt x="3818" y="13947"/>
                  </a:cubicBezTo>
                  <a:cubicBezTo>
                    <a:pt x="3683" y="13947"/>
                    <a:pt x="3580" y="14088"/>
                    <a:pt x="3580" y="14229"/>
                  </a:cubicBezTo>
                  <a:cubicBezTo>
                    <a:pt x="3580" y="14383"/>
                    <a:pt x="3703" y="14507"/>
                    <a:pt x="3858" y="14507"/>
                  </a:cubicBezTo>
                  <a:lnTo>
                    <a:pt x="10678" y="14507"/>
                  </a:lnTo>
                  <a:cubicBezTo>
                    <a:pt x="10833" y="14507"/>
                    <a:pt x="10956" y="14383"/>
                    <a:pt x="10956" y="14229"/>
                  </a:cubicBezTo>
                  <a:cubicBezTo>
                    <a:pt x="10956" y="14088"/>
                    <a:pt x="10853" y="13947"/>
                    <a:pt x="10718" y="13947"/>
                  </a:cubicBezTo>
                  <a:cubicBezTo>
                    <a:pt x="10705" y="13947"/>
                    <a:pt x="10692" y="13949"/>
                    <a:pt x="10678" y="13951"/>
                  </a:cubicBezTo>
                  <a:lnTo>
                    <a:pt x="9259" y="13951"/>
                  </a:lnTo>
                  <a:lnTo>
                    <a:pt x="9259" y="12624"/>
                  </a:lnTo>
                  <a:lnTo>
                    <a:pt x="13672" y="12624"/>
                  </a:lnTo>
                  <a:cubicBezTo>
                    <a:pt x="14166" y="12624"/>
                    <a:pt x="14536" y="12254"/>
                    <a:pt x="14536" y="11791"/>
                  </a:cubicBezTo>
                  <a:lnTo>
                    <a:pt x="14536" y="3366"/>
                  </a:lnTo>
                  <a:cubicBezTo>
                    <a:pt x="14536" y="2903"/>
                    <a:pt x="14166" y="2533"/>
                    <a:pt x="13672" y="2533"/>
                  </a:cubicBezTo>
                  <a:lnTo>
                    <a:pt x="12653" y="2533"/>
                  </a:lnTo>
                  <a:lnTo>
                    <a:pt x="12653" y="1545"/>
                  </a:lnTo>
                  <a:cubicBezTo>
                    <a:pt x="12653" y="699"/>
                    <a:pt x="11973" y="1"/>
                    <a:pt x="111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45"/>
            <p:cNvSpPr/>
            <p:nvPr/>
          </p:nvSpPr>
          <p:spPr>
            <a:xfrm>
              <a:off x="1105400" y="1967275"/>
              <a:ext cx="82600" cy="14675"/>
            </a:xfrm>
            <a:custGeom>
              <a:rect b="b" l="l" r="r" t="t"/>
              <a:pathLst>
                <a:path extrusionOk="0" h="587" w="3304">
                  <a:moveTo>
                    <a:pt x="371" y="0"/>
                  </a:moveTo>
                  <a:cubicBezTo>
                    <a:pt x="1" y="0"/>
                    <a:pt x="1" y="587"/>
                    <a:pt x="371" y="587"/>
                  </a:cubicBezTo>
                  <a:lnTo>
                    <a:pt x="2933" y="587"/>
                  </a:lnTo>
                  <a:cubicBezTo>
                    <a:pt x="3303" y="587"/>
                    <a:pt x="3303" y="0"/>
                    <a:pt x="293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45"/>
            <p:cNvSpPr/>
            <p:nvPr/>
          </p:nvSpPr>
          <p:spPr>
            <a:xfrm>
              <a:off x="1104100" y="2009675"/>
              <a:ext cx="84425" cy="14750"/>
            </a:xfrm>
            <a:custGeom>
              <a:rect b="b" l="l" r="r" t="t"/>
              <a:pathLst>
                <a:path extrusionOk="0" h="590" w="3377">
                  <a:moveTo>
                    <a:pt x="394" y="1"/>
                  </a:moveTo>
                  <a:cubicBezTo>
                    <a:pt x="1" y="1"/>
                    <a:pt x="1" y="589"/>
                    <a:pt x="394" y="589"/>
                  </a:cubicBezTo>
                  <a:cubicBezTo>
                    <a:pt x="403" y="589"/>
                    <a:pt x="413" y="589"/>
                    <a:pt x="423" y="588"/>
                  </a:cubicBezTo>
                  <a:lnTo>
                    <a:pt x="2985" y="588"/>
                  </a:lnTo>
                  <a:cubicBezTo>
                    <a:pt x="2994" y="589"/>
                    <a:pt x="3003" y="589"/>
                    <a:pt x="3012" y="589"/>
                  </a:cubicBezTo>
                  <a:cubicBezTo>
                    <a:pt x="3377" y="589"/>
                    <a:pt x="3377" y="1"/>
                    <a:pt x="3012" y="1"/>
                  </a:cubicBezTo>
                  <a:cubicBezTo>
                    <a:pt x="3003" y="1"/>
                    <a:pt x="2994" y="1"/>
                    <a:pt x="2985" y="2"/>
                  </a:cubicBezTo>
                  <a:lnTo>
                    <a:pt x="423" y="2"/>
                  </a:lnTo>
                  <a:cubicBezTo>
                    <a:pt x="413" y="1"/>
                    <a:pt x="403" y="1"/>
                    <a:pt x="39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45"/>
            <p:cNvSpPr/>
            <p:nvPr/>
          </p:nvSpPr>
          <p:spPr>
            <a:xfrm>
              <a:off x="1104125" y="2052800"/>
              <a:ext cx="84400" cy="14050"/>
            </a:xfrm>
            <a:custGeom>
              <a:rect b="b" l="l" r="r" t="t"/>
              <a:pathLst>
                <a:path extrusionOk="0" h="562" w="3376">
                  <a:moveTo>
                    <a:pt x="366" y="1"/>
                  </a:moveTo>
                  <a:cubicBezTo>
                    <a:pt x="0" y="1"/>
                    <a:pt x="9" y="562"/>
                    <a:pt x="393" y="562"/>
                  </a:cubicBezTo>
                  <a:cubicBezTo>
                    <a:pt x="402" y="562"/>
                    <a:pt x="412" y="561"/>
                    <a:pt x="422" y="561"/>
                  </a:cubicBezTo>
                  <a:lnTo>
                    <a:pt x="2984" y="561"/>
                  </a:lnTo>
                  <a:cubicBezTo>
                    <a:pt x="2993" y="561"/>
                    <a:pt x="3002" y="562"/>
                    <a:pt x="3011" y="562"/>
                  </a:cubicBezTo>
                  <a:cubicBezTo>
                    <a:pt x="3367" y="562"/>
                    <a:pt x="3376" y="1"/>
                    <a:pt x="3036" y="1"/>
                  </a:cubicBezTo>
                  <a:cubicBezTo>
                    <a:pt x="3019" y="1"/>
                    <a:pt x="3002" y="2"/>
                    <a:pt x="2984" y="5"/>
                  </a:cubicBezTo>
                  <a:lnTo>
                    <a:pt x="422" y="5"/>
                  </a:lnTo>
                  <a:cubicBezTo>
                    <a:pt x="402" y="2"/>
                    <a:pt x="384" y="1"/>
                    <a:pt x="3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45"/>
            <p:cNvSpPr/>
            <p:nvPr/>
          </p:nvSpPr>
          <p:spPr>
            <a:xfrm>
              <a:off x="1147850" y="2180225"/>
              <a:ext cx="17000" cy="14400"/>
            </a:xfrm>
            <a:custGeom>
              <a:rect b="b" l="l" r="r" t="t"/>
              <a:pathLst>
                <a:path extrusionOk="0" h="576" w="680">
                  <a:moveTo>
                    <a:pt x="371" y="0"/>
                  </a:moveTo>
                  <a:cubicBezTo>
                    <a:pt x="124" y="0"/>
                    <a:pt x="0" y="309"/>
                    <a:pt x="185" y="494"/>
                  </a:cubicBezTo>
                  <a:cubicBezTo>
                    <a:pt x="242" y="551"/>
                    <a:pt x="311" y="576"/>
                    <a:pt x="378" y="576"/>
                  </a:cubicBezTo>
                  <a:cubicBezTo>
                    <a:pt x="531" y="576"/>
                    <a:pt x="679" y="449"/>
                    <a:pt x="679" y="278"/>
                  </a:cubicBezTo>
                  <a:cubicBezTo>
                    <a:pt x="679" y="124"/>
                    <a:pt x="525" y="0"/>
                    <a:pt x="37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92" name="Google Shape;492;p45"/>
          <p:cNvSpPr txBox="1"/>
          <p:nvPr/>
        </p:nvSpPr>
        <p:spPr>
          <a:xfrm>
            <a:off x="968250" y="4393975"/>
            <a:ext cx="7359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Also explored earlier: </a:t>
            </a:r>
            <a:r>
              <a:rPr b="1" lang="en" u="sng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WESAD</a:t>
            </a:r>
            <a:r>
              <a:rPr b="1" lang="en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and </a:t>
            </a:r>
            <a:r>
              <a:rPr b="1" lang="en" u="sng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DAPPER</a:t>
            </a:r>
            <a:r>
              <a:rPr b="1" lang="en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datasets for baseline experiments.</a:t>
            </a:r>
            <a:endParaRPr b="1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493" name="Google Shape;493;p45"/>
          <p:cNvSpPr txBox="1"/>
          <p:nvPr/>
        </p:nvSpPr>
        <p:spPr>
          <a:xfrm>
            <a:off x="503050" y="3375376"/>
            <a:ext cx="82992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ulish"/>
              <a:buChar char="●"/>
            </a:pPr>
            <a:r>
              <a:rPr lang="en" sz="10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EDA (Electrodermal Activity) - </a:t>
            </a:r>
            <a:r>
              <a:rPr b="1" lang="en" sz="10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0.01–60 µS</a:t>
            </a:r>
            <a:r>
              <a:rPr lang="en" sz="10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(higher values indicate higher arousal or stress.)</a:t>
            </a:r>
            <a:endParaRPr sz="100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ulish"/>
              <a:buChar char="●"/>
            </a:pPr>
            <a:r>
              <a:rPr lang="en" sz="10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HR / HRV (Heart Rate / Heart Rate Variability) - HR: </a:t>
            </a:r>
            <a:r>
              <a:rPr b="1" lang="en" sz="10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50–120 bpm</a:t>
            </a:r>
            <a:r>
              <a:rPr lang="en" sz="10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, HRV: </a:t>
            </a:r>
            <a:r>
              <a:rPr b="1" lang="en" sz="10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20–200 ms</a:t>
            </a:r>
            <a:r>
              <a:rPr lang="en" sz="10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(captures heartbeat rate and variability.)</a:t>
            </a:r>
            <a:endParaRPr sz="100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ulish"/>
              <a:buChar char="●"/>
            </a:pPr>
            <a:r>
              <a:rPr lang="en" sz="10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TEMP (Skin Temperature) - </a:t>
            </a:r>
            <a:r>
              <a:rPr b="1" lang="en" sz="10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30–37 °C</a:t>
            </a:r>
            <a:r>
              <a:rPr lang="en" sz="10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(generally stable; slightly decreases during stress.)</a:t>
            </a:r>
            <a:endParaRPr sz="100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ulish"/>
              <a:buChar char="●"/>
            </a:pPr>
            <a:r>
              <a:rPr lang="en" sz="10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ACC (Accelerometer – 3 axis) - </a:t>
            </a:r>
            <a:r>
              <a:rPr b="1" lang="en" sz="10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2g to +2g</a:t>
            </a:r>
            <a:r>
              <a:rPr lang="en" sz="10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(or ±8g) (measures body movement; 1g ≈ 9.81 m/s².)</a:t>
            </a:r>
            <a:endParaRPr sz="100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8" name="Google Shape;498;p46"/>
          <p:cNvPicPr preferRelativeResize="0"/>
          <p:nvPr/>
        </p:nvPicPr>
        <p:blipFill rotWithShape="1">
          <a:blip r:embed="rId3">
            <a:alphaModFix/>
          </a:blip>
          <a:srcRect b="39298" l="0" r="0" t="0"/>
          <a:stretch/>
        </p:blipFill>
        <p:spPr>
          <a:xfrm>
            <a:off x="152400" y="912213"/>
            <a:ext cx="8839199" cy="907925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46"/>
          <p:cNvSpPr txBox="1"/>
          <p:nvPr>
            <p:ph idx="4294967295" type="title"/>
          </p:nvPr>
        </p:nvSpPr>
        <p:spPr>
          <a:xfrm>
            <a:off x="258250" y="406213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LifeSnaps Original dataset</a:t>
            </a:r>
            <a:endParaRPr sz="2000"/>
          </a:p>
        </p:txBody>
      </p:sp>
      <p:sp>
        <p:nvSpPr>
          <p:cNvPr id="500" name="Google Shape;500;p46"/>
          <p:cNvSpPr txBox="1"/>
          <p:nvPr/>
        </p:nvSpPr>
        <p:spPr>
          <a:xfrm>
            <a:off x="2887900" y="1799313"/>
            <a:ext cx="3142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927C71"/>
                </a:solidFill>
                <a:latin typeface="Quicksand"/>
                <a:ea typeface="Quicksand"/>
                <a:cs typeface="Quicksand"/>
                <a:sym typeface="Quicksand"/>
              </a:rPr>
              <a:t>2,965 entries</a:t>
            </a:r>
            <a:endParaRPr b="1" sz="2400">
              <a:solidFill>
                <a:srgbClr val="927C7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pic>
        <p:nvPicPr>
          <p:cNvPr id="501" name="Google Shape;501;p46"/>
          <p:cNvPicPr preferRelativeResize="0"/>
          <p:nvPr/>
        </p:nvPicPr>
        <p:blipFill rotWithShape="1">
          <a:blip r:embed="rId3">
            <a:alphaModFix/>
          </a:blip>
          <a:srcRect b="39298" l="0" r="0" t="0"/>
          <a:stretch/>
        </p:blipFill>
        <p:spPr>
          <a:xfrm>
            <a:off x="152400" y="3115475"/>
            <a:ext cx="8839199" cy="907925"/>
          </a:xfrm>
          <a:prstGeom prst="rect">
            <a:avLst/>
          </a:prstGeom>
          <a:noFill/>
          <a:ln>
            <a:noFill/>
          </a:ln>
        </p:spPr>
      </p:pic>
      <p:sp>
        <p:nvSpPr>
          <p:cNvPr id="502" name="Google Shape;502;p46"/>
          <p:cNvSpPr txBox="1"/>
          <p:nvPr>
            <p:ph idx="4294967295" type="title"/>
          </p:nvPr>
        </p:nvSpPr>
        <p:spPr>
          <a:xfrm>
            <a:off x="258250" y="260947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LifeSnaps Synthetic dataset</a:t>
            </a:r>
            <a:endParaRPr sz="2000"/>
          </a:p>
        </p:txBody>
      </p:sp>
      <p:sp>
        <p:nvSpPr>
          <p:cNvPr id="503" name="Google Shape;503;p46"/>
          <p:cNvSpPr txBox="1"/>
          <p:nvPr/>
        </p:nvSpPr>
        <p:spPr>
          <a:xfrm>
            <a:off x="2887900" y="4002575"/>
            <a:ext cx="3142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927C71"/>
                </a:solidFill>
                <a:latin typeface="Quicksand"/>
                <a:ea typeface="Quicksand"/>
                <a:cs typeface="Quicksand"/>
                <a:sym typeface="Quicksand"/>
              </a:rPr>
              <a:t>17,041 entries</a:t>
            </a:r>
            <a:endParaRPr b="1" sz="2400">
              <a:solidFill>
                <a:srgbClr val="927C7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8" name="Google Shape;508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53926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9" name="Google Shape;509;p47"/>
          <p:cNvSpPr txBox="1"/>
          <p:nvPr>
            <p:ph idx="4294967295" type="title"/>
          </p:nvPr>
        </p:nvSpPr>
        <p:spPr>
          <a:xfrm>
            <a:off x="2355675" y="204200"/>
            <a:ext cx="5322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: Synthetic Data from Lifesnaps dataset</a:t>
            </a:r>
            <a:endParaRPr sz="2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4" name="Google Shape;514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57426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515" name="Google Shape;515;p48"/>
          <p:cNvSpPr txBox="1"/>
          <p:nvPr>
            <p:ph idx="4294967295" type="title"/>
          </p:nvPr>
        </p:nvSpPr>
        <p:spPr>
          <a:xfrm>
            <a:off x="3154241" y="162021"/>
            <a:ext cx="5322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: Original vs Synthetic Lifesnaps data</a:t>
            </a:r>
            <a:endParaRPr sz="2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49"/>
          <p:cNvSpPr txBox="1"/>
          <p:nvPr>
            <p:ph idx="4294967295" type="title"/>
          </p:nvPr>
        </p:nvSpPr>
        <p:spPr>
          <a:xfrm>
            <a:off x="258250" y="2597513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In-House Synthetic dataset</a:t>
            </a:r>
            <a:endParaRPr sz="2000"/>
          </a:p>
        </p:txBody>
      </p:sp>
      <p:sp>
        <p:nvSpPr>
          <p:cNvPr id="521" name="Google Shape;521;p49"/>
          <p:cNvSpPr txBox="1"/>
          <p:nvPr/>
        </p:nvSpPr>
        <p:spPr>
          <a:xfrm>
            <a:off x="2887900" y="4012188"/>
            <a:ext cx="3142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927C71"/>
                </a:solidFill>
                <a:latin typeface="Quicksand"/>
                <a:ea typeface="Quicksand"/>
                <a:cs typeface="Quicksand"/>
                <a:sym typeface="Quicksand"/>
              </a:rPr>
              <a:t>2,45,051</a:t>
            </a:r>
            <a:r>
              <a:rPr b="1" lang="en" sz="2400">
                <a:solidFill>
                  <a:srgbClr val="927C71"/>
                </a:solidFill>
                <a:latin typeface="Quicksand"/>
                <a:ea typeface="Quicksand"/>
                <a:cs typeface="Quicksand"/>
                <a:sym typeface="Quicksand"/>
              </a:rPr>
              <a:t> entries</a:t>
            </a:r>
            <a:endParaRPr b="1" sz="2400">
              <a:solidFill>
                <a:srgbClr val="927C7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522" name="Google Shape;522;p49"/>
          <p:cNvSpPr txBox="1"/>
          <p:nvPr>
            <p:ph idx="4294967295" type="title"/>
          </p:nvPr>
        </p:nvSpPr>
        <p:spPr>
          <a:xfrm>
            <a:off x="258250" y="376563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In-House Original dataset</a:t>
            </a:r>
            <a:endParaRPr sz="2000"/>
          </a:p>
        </p:txBody>
      </p:sp>
      <p:pic>
        <p:nvPicPr>
          <p:cNvPr id="523" name="Google Shape;523;p49"/>
          <p:cNvPicPr preferRelativeResize="0"/>
          <p:nvPr/>
        </p:nvPicPr>
        <p:blipFill rotWithShape="1">
          <a:blip r:embed="rId3">
            <a:alphaModFix/>
          </a:blip>
          <a:srcRect b="29780" l="0" r="0" t="0"/>
          <a:stretch/>
        </p:blipFill>
        <p:spPr>
          <a:xfrm>
            <a:off x="258250" y="870763"/>
            <a:ext cx="8401800" cy="1094400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49"/>
          <p:cNvSpPr txBox="1"/>
          <p:nvPr/>
        </p:nvSpPr>
        <p:spPr>
          <a:xfrm>
            <a:off x="2887900" y="1867438"/>
            <a:ext cx="3142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927C71"/>
                </a:solidFill>
                <a:latin typeface="Quicksand"/>
                <a:ea typeface="Quicksand"/>
                <a:cs typeface="Quicksand"/>
                <a:sym typeface="Quicksand"/>
              </a:rPr>
              <a:t>49,011 entries</a:t>
            </a:r>
            <a:endParaRPr b="1" sz="2400">
              <a:solidFill>
                <a:srgbClr val="927C7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pic>
        <p:nvPicPr>
          <p:cNvPr id="525" name="Google Shape;525;p49"/>
          <p:cNvPicPr preferRelativeResize="0"/>
          <p:nvPr/>
        </p:nvPicPr>
        <p:blipFill rotWithShape="1">
          <a:blip r:embed="rId4">
            <a:alphaModFix/>
          </a:blip>
          <a:srcRect b="25239" l="0" r="0" t="0"/>
          <a:stretch/>
        </p:blipFill>
        <p:spPr>
          <a:xfrm>
            <a:off x="258250" y="3170225"/>
            <a:ext cx="8401801" cy="94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0" name="Google Shape;530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53926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1" name="Google Shape;531;p50"/>
          <p:cNvSpPr txBox="1"/>
          <p:nvPr>
            <p:ph idx="4294967295" type="title"/>
          </p:nvPr>
        </p:nvSpPr>
        <p:spPr>
          <a:xfrm>
            <a:off x="2355675" y="204200"/>
            <a:ext cx="6179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: Synthetic Data from In-house dataset</a:t>
            </a:r>
            <a:endParaRPr sz="2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6" name="Google Shape;536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57426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p51"/>
          <p:cNvSpPr txBox="1"/>
          <p:nvPr>
            <p:ph idx="4294967295" type="title"/>
          </p:nvPr>
        </p:nvSpPr>
        <p:spPr>
          <a:xfrm>
            <a:off x="3154241" y="162021"/>
            <a:ext cx="5322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: Original vs Synthetic In-House data</a:t>
            </a:r>
            <a:endParaRPr sz="2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chemeClr val="lt2"/>
        </a:solidFill>
      </p:bgPr>
    </p:bg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52"/>
          <p:cNvSpPr/>
          <p:nvPr/>
        </p:nvSpPr>
        <p:spPr>
          <a:xfrm>
            <a:off x="0" y="0"/>
            <a:ext cx="4495800" cy="5143500"/>
          </a:xfrm>
          <a:custGeom>
            <a:rect b="b" l="l" r="r" t="t"/>
            <a:pathLst>
              <a:path extrusionOk="0" h="1184737" w="1035548">
                <a:moveTo>
                  <a:pt x="0" y="0"/>
                </a:moveTo>
                <a:lnTo>
                  <a:pt x="1035548" y="0"/>
                </a:lnTo>
                <a:lnTo>
                  <a:pt x="1035548" y="1184737"/>
                </a:lnTo>
                <a:lnTo>
                  <a:pt x="0" y="1184737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378" l="0" r="0" t="-378"/>
            </a:stretch>
          </a:blipFill>
          <a:ln>
            <a:noFill/>
          </a:ln>
        </p:spPr>
      </p:sp>
      <p:grpSp>
        <p:nvGrpSpPr>
          <p:cNvPr id="543" name="Google Shape;543;p52"/>
          <p:cNvGrpSpPr/>
          <p:nvPr/>
        </p:nvGrpSpPr>
        <p:grpSpPr>
          <a:xfrm>
            <a:off x="5372100" y="369094"/>
            <a:ext cx="3438525" cy="256823"/>
            <a:chOff x="1" y="95250"/>
            <a:chExt cx="9169400" cy="684862"/>
          </a:xfrm>
        </p:grpSpPr>
        <p:sp>
          <p:nvSpPr>
            <p:cNvPr id="544" name="Google Shape;544;p52"/>
            <p:cNvSpPr/>
            <p:nvPr/>
          </p:nvSpPr>
          <p:spPr>
            <a:xfrm flipH="1" rot="-5400000">
              <a:off x="36553" y="74861"/>
              <a:ext cx="555143" cy="628248"/>
            </a:xfrm>
            <a:custGeom>
              <a:rect b="b" l="l" r="r" t="t"/>
              <a:pathLst>
                <a:path extrusionOk="0" h="628248" w="555143">
                  <a:moveTo>
                    <a:pt x="555143" y="0"/>
                  </a:moveTo>
                  <a:lnTo>
                    <a:pt x="0" y="0"/>
                  </a:lnTo>
                  <a:lnTo>
                    <a:pt x="0" y="628248"/>
                  </a:lnTo>
                  <a:lnTo>
                    <a:pt x="555143" y="628248"/>
                  </a:lnTo>
                  <a:lnTo>
                    <a:pt x="555143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545" name="Google Shape;545;p52"/>
            <p:cNvSpPr txBox="1"/>
            <p:nvPr/>
          </p:nvSpPr>
          <p:spPr>
            <a:xfrm>
              <a:off x="795304" y="95250"/>
              <a:ext cx="8374096" cy="6848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9200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900" u="none" cap="none" strike="noStrike">
                  <a:solidFill>
                    <a:srgbClr val="0A1218"/>
                  </a:solidFill>
                  <a:latin typeface="Geo"/>
                  <a:ea typeface="Geo"/>
                  <a:cs typeface="Geo"/>
                  <a:sym typeface="Geo"/>
                </a:rPr>
                <a:t>SWELL</a:t>
              </a:r>
              <a:endParaRPr sz="700"/>
            </a:p>
          </p:txBody>
        </p:sp>
      </p:grpSp>
      <p:sp>
        <p:nvSpPr>
          <p:cNvPr id="546" name="Google Shape;546;p52"/>
          <p:cNvSpPr txBox="1"/>
          <p:nvPr/>
        </p:nvSpPr>
        <p:spPr>
          <a:xfrm>
            <a:off x="5056000" y="625925"/>
            <a:ext cx="3756900" cy="3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200" u="none" cap="none" strike="noStrike">
                <a:solidFill>
                  <a:srgbClr val="0A1218"/>
                </a:solidFill>
                <a:latin typeface="Geo"/>
                <a:ea typeface="Geo"/>
                <a:cs typeface="Geo"/>
                <a:sym typeface="Geo"/>
              </a:rPr>
              <a:t>Synthetic Data </a:t>
            </a:r>
            <a:r>
              <a:rPr lang="en" sz="5200">
                <a:solidFill>
                  <a:srgbClr val="0A1218"/>
                </a:solidFill>
                <a:latin typeface="Geo"/>
                <a:ea typeface="Geo"/>
                <a:cs typeface="Geo"/>
                <a:sym typeface="Geo"/>
              </a:rPr>
              <a:t>Generation using SWELL</a:t>
            </a:r>
            <a:endParaRPr sz="700"/>
          </a:p>
        </p:txBody>
      </p:sp>
      <p:grpSp>
        <p:nvGrpSpPr>
          <p:cNvPr id="547" name="Google Shape;547;p52"/>
          <p:cNvGrpSpPr/>
          <p:nvPr/>
        </p:nvGrpSpPr>
        <p:grpSpPr>
          <a:xfrm>
            <a:off x="5372100" y="4352592"/>
            <a:ext cx="2871788" cy="462295"/>
            <a:chOff x="0" y="-47625"/>
            <a:chExt cx="7658100" cy="1232787"/>
          </a:xfrm>
        </p:grpSpPr>
        <p:sp>
          <p:nvSpPr>
            <p:cNvPr id="548" name="Google Shape;548;p52"/>
            <p:cNvSpPr txBox="1"/>
            <p:nvPr/>
          </p:nvSpPr>
          <p:spPr>
            <a:xfrm>
              <a:off x="0" y="691344"/>
              <a:ext cx="7658100" cy="4938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100" u="none" cap="none" strike="noStrike">
                  <a:solidFill>
                    <a:srgbClr val="0A1218"/>
                  </a:solidFill>
                  <a:latin typeface="DM Sans"/>
                  <a:ea typeface="DM Sans"/>
                  <a:cs typeface="DM Sans"/>
                  <a:sym typeface="DM Sans"/>
                </a:rPr>
                <a:t>TELUGU THARUN KUMAR</a:t>
              </a:r>
              <a:endParaRPr sz="700"/>
            </a:p>
          </p:txBody>
        </p:sp>
        <p:sp>
          <p:nvSpPr>
            <p:cNvPr id="549" name="Google Shape;549;p52"/>
            <p:cNvSpPr txBox="1"/>
            <p:nvPr/>
          </p:nvSpPr>
          <p:spPr>
            <a:xfrm>
              <a:off x="0" y="-47625"/>
              <a:ext cx="7658100" cy="569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300" u="none" cap="none" strike="noStrike">
                  <a:solidFill>
                    <a:srgbClr val="0A1218"/>
                  </a:solidFill>
                  <a:latin typeface="DM Sans"/>
                  <a:ea typeface="DM Sans"/>
                  <a:cs typeface="DM Sans"/>
                  <a:sym typeface="DM Sans"/>
                </a:rPr>
                <a:t>PRESENTED BY</a:t>
              </a:r>
              <a:endParaRPr sz="700"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4" name="Google Shape;554;p53"/>
          <p:cNvGrpSpPr/>
          <p:nvPr/>
        </p:nvGrpSpPr>
        <p:grpSpPr>
          <a:xfrm>
            <a:off x="333375" y="358378"/>
            <a:ext cx="4162388" cy="2180561"/>
            <a:chOff x="0" y="66675"/>
            <a:chExt cx="11099700" cy="5814828"/>
          </a:xfrm>
        </p:grpSpPr>
        <p:sp>
          <p:nvSpPr>
            <p:cNvPr id="555" name="Google Shape;555;p53"/>
            <p:cNvSpPr txBox="1"/>
            <p:nvPr/>
          </p:nvSpPr>
          <p:spPr>
            <a:xfrm>
              <a:off x="0" y="66675"/>
              <a:ext cx="11099700" cy="287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000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rPr>
                <a:t>SWELL</a:t>
              </a:r>
              <a:r>
                <a:rPr b="0" i="0" lang="en" sz="4000" u="none" cap="none" strike="noStrike">
                  <a:solidFill>
                    <a:srgbClr val="0A1218"/>
                  </a:solidFill>
                  <a:latin typeface="Geo"/>
                  <a:ea typeface="Geo"/>
                  <a:cs typeface="Geo"/>
                  <a:sym typeface="Geo"/>
                </a:rPr>
                <a:t> </a:t>
              </a:r>
              <a:r>
                <a:rPr b="1" lang="en" sz="3000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rPr>
                <a:t>Dataset Overview</a:t>
              </a:r>
              <a:endParaRPr sz="700"/>
            </a:p>
          </p:txBody>
        </p:sp>
        <p:sp>
          <p:nvSpPr>
            <p:cNvPr id="556" name="Google Shape;556;p53"/>
            <p:cNvSpPr txBox="1"/>
            <p:nvPr/>
          </p:nvSpPr>
          <p:spPr>
            <a:xfrm>
              <a:off x="0" y="3533703"/>
              <a:ext cx="11099700" cy="234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100" u="none" cap="none" strike="noStrike">
                  <a:solidFill>
                    <a:srgbClr val="0A1218"/>
                  </a:solidFill>
                  <a:latin typeface="DM Sans"/>
                  <a:ea typeface="DM Sans"/>
                  <a:cs typeface="DM Sans"/>
                  <a:sym typeface="DM Sans"/>
                </a:rPr>
                <a:t>The SWELL HRV dataset, sourced from Kaggle, </a:t>
              </a:r>
              <a:r>
                <a:rPr b="1" i="0" lang="en" sz="1100" u="none" cap="none" strike="noStrike">
                  <a:solidFill>
                    <a:srgbClr val="0A1218"/>
                  </a:solidFill>
                  <a:latin typeface="DM Sans"/>
                  <a:ea typeface="DM Sans"/>
                  <a:cs typeface="DM Sans"/>
                  <a:sym typeface="DM Sans"/>
                </a:rPr>
                <a:t>segments 10-minute windows</a:t>
              </a:r>
              <a:r>
                <a:rPr b="0" i="0" lang="en" sz="1100" u="none" cap="none" strike="noStrike">
                  <a:solidFill>
                    <a:srgbClr val="0A1218"/>
                  </a:solidFill>
                  <a:latin typeface="DM Sans"/>
                  <a:ea typeface="DM Sans"/>
                  <a:cs typeface="DM Sans"/>
                  <a:sym typeface="DM Sans"/>
                </a:rPr>
                <a:t> of heart rate variability, encompassing critical metrics for stress analysis and subsequent </a:t>
              </a:r>
              <a:r>
                <a:rPr lang="en" sz="1100">
                  <a:solidFill>
                    <a:srgbClr val="0A1218"/>
                  </a:solidFill>
                  <a:latin typeface="DM Sans"/>
                  <a:ea typeface="DM Sans"/>
                  <a:cs typeface="DM Sans"/>
                  <a:sym typeface="DM Sans"/>
                </a:rPr>
                <a:t>modelling</a:t>
              </a:r>
              <a:r>
                <a:rPr b="0" i="0" lang="en" sz="1100" u="none" cap="none" strike="noStrike">
                  <a:solidFill>
                    <a:srgbClr val="0A1218"/>
                  </a:solidFill>
                  <a:latin typeface="DM Sans"/>
                  <a:ea typeface="DM Sans"/>
                  <a:cs typeface="DM Sans"/>
                  <a:sym typeface="DM Sans"/>
                </a:rPr>
                <a:t> processes.</a:t>
              </a:r>
              <a:endParaRPr sz="700"/>
            </a:p>
          </p:txBody>
        </p:sp>
      </p:grpSp>
      <p:sp>
        <p:nvSpPr>
          <p:cNvPr id="557" name="Google Shape;557;p53"/>
          <p:cNvSpPr txBox="1"/>
          <p:nvPr/>
        </p:nvSpPr>
        <p:spPr>
          <a:xfrm>
            <a:off x="0" y="2687275"/>
            <a:ext cx="48855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We explored the SWELL dataset, measuring physiological responses to common workplace stressors.Our focus was on Heart Rate Variability (HRV), a key indicator of stress levels.</a:t>
            </a:r>
            <a:endParaRPr sz="11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58" name="Google Shape;558;p53"/>
          <p:cNvSpPr/>
          <p:nvPr/>
        </p:nvSpPr>
        <p:spPr>
          <a:xfrm>
            <a:off x="416825" y="3747075"/>
            <a:ext cx="2193300" cy="1069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53"/>
          <p:cNvSpPr txBox="1"/>
          <p:nvPr/>
        </p:nvSpPr>
        <p:spPr>
          <a:xfrm>
            <a:off x="471375" y="3681600"/>
            <a:ext cx="2193300" cy="11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CONDITIONS USED:</a:t>
            </a: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1)No Stress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2)Time Pressure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3)Interruption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descr="332,000+ Workplace Stress Stock Photos, Pictures &amp; Royalty-Free Images -  iStock | Workplace stress mask, Workplace stress management, Workplace  stress man" id="560" name="Google Shape;560;p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85449" y="1007374"/>
            <a:ext cx="4162400" cy="30130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54"/>
          <p:cNvSpPr txBox="1"/>
          <p:nvPr>
            <p:ph idx="4294967295" type="title"/>
          </p:nvPr>
        </p:nvSpPr>
        <p:spPr>
          <a:xfrm>
            <a:off x="258250" y="2482363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SWELL</a:t>
            </a:r>
            <a:r>
              <a:rPr lang="en" sz="2000"/>
              <a:t> Synthetic dataset</a:t>
            </a:r>
            <a:endParaRPr sz="2000"/>
          </a:p>
        </p:txBody>
      </p:sp>
      <p:sp>
        <p:nvSpPr>
          <p:cNvPr id="566" name="Google Shape;566;p54"/>
          <p:cNvSpPr txBox="1"/>
          <p:nvPr/>
        </p:nvSpPr>
        <p:spPr>
          <a:xfrm>
            <a:off x="258075" y="4110250"/>
            <a:ext cx="8666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927C71"/>
                </a:solidFill>
                <a:latin typeface="Quicksand"/>
                <a:ea typeface="Quicksand"/>
                <a:cs typeface="Quicksand"/>
                <a:sym typeface="Quicksand"/>
              </a:rPr>
              <a:t>Generated 73</a:t>
            </a:r>
            <a:r>
              <a:rPr b="1" lang="en" sz="2400">
                <a:solidFill>
                  <a:srgbClr val="927C71"/>
                </a:solidFill>
                <a:latin typeface="Quicksand"/>
                <a:ea typeface="Quicksand"/>
                <a:cs typeface="Quicksand"/>
                <a:sym typeface="Quicksand"/>
              </a:rPr>
              <a:t>,854 sequences, i.e 24618 for each condition </a:t>
            </a:r>
            <a:endParaRPr b="1" sz="2400">
              <a:solidFill>
                <a:srgbClr val="927C7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567" name="Google Shape;567;p54"/>
          <p:cNvSpPr txBox="1"/>
          <p:nvPr>
            <p:ph idx="4294967295" type="title"/>
          </p:nvPr>
        </p:nvSpPr>
        <p:spPr>
          <a:xfrm>
            <a:off x="258250" y="376563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SWELL</a:t>
            </a:r>
            <a:r>
              <a:rPr lang="en" sz="2000"/>
              <a:t> Original dataset</a:t>
            </a:r>
            <a:endParaRPr sz="2000"/>
          </a:p>
        </p:txBody>
      </p:sp>
      <p:sp>
        <p:nvSpPr>
          <p:cNvPr id="568" name="Google Shape;568;p54"/>
          <p:cNvSpPr txBox="1"/>
          <p:nvPr/>
        </p:nvSpPr>
        <p:spPr>
          <a:xfrm>
            <a:off x="2026900" y="1909675"/>
            <a:ext cx="4864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927C71"/>
                </a:solidFill>
                <a:latin typeface="Quicksand"/>
                <a:ea typeface="Quicksand"/>
                <a:cs typeface="Quicksand"/>
                <a:sym typeface="Quicksand"/>
              </a:rPr>
              <a:t>369,289 entries</a:t>
            </a:r>
            <a:endParaRPr b="1" sz="2400">
              <a:solidFill>
                <a:srgbClr val="927C7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pic>
        <p:nvPicPr>
          <p:cNvPr id="569" name="Google Shape;569;p54"/>
          <p:cNvPicPr preferRelativeResize="0"/>
          <p:nvPr/>
        </p:nvPicPr>
        <p:blipFill rotWithShape="1">
          <a:blip r:embed="rId3">
            <a:alphaModFix/>
          </a:blip>
          <a:srcRect b="0" l="1203" r="-6710" t="0"/>
          <a:stretch/>
        </p:blipFill>
        <p:spPr>
          <a:xfrm>
            <a:off x="258075" y="1042727"/>
            <a:ext cx="9144002" cy="773496"/>
          </a:xfrm>
          <a:prstGeom prst="rect">
            <a:avLst/>
          </a:prstGeom>
          <a:noFill/>
          <a:ln>
            <a:noFill/>
          </a:ln>
        </p:spPr>
      </p:pic>
      <p:pic>
        <p:nvPicPr>
          <p:cNvPr id="570" name="Google Shape;570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7726" y="2982550"/>
            <a:ext cx="8133200" cy="127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55"/>
          <p:cNvSpPr txBox="1"/>
          <p:nvPr>
            <p:ph type="title"/>
          </p:nvPr>
        </p:nvSpPr>
        <p:spPr>
          <a:xfrm>
            <a:off x="3579950" y="1854500"/>
            <a:ext cx="36048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</a:t>
            </a:r>
            <a:endParaRPr/>
          </a:p>
        </p:txBody>
      </p:sp>
      <p:sp>
        <p:nvSpPr>
          <p:cNvPr id="576" name="Google Shape;576;p55"/>
          <p:cNvSpPr txBox="1"/>
          <p:nvPr>
            <p:ph idx="1" type="subTitle"/>
          </p:nvPr>
        </p:nvSpPr>
        <p:spPr>
          <a:xfrm>
            <a:off x="1959250" y="2939075"/>
            <a:ext cx="5225400" cy="4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The models </a:t>
            </a:r>
            <a:r>
              <a:rPr lang="en"/>
              <a:t>used</a:t>
            </a:r>
            <a:r>
              <a:rPr lang="en"/>
              <a:t> for Synthetic Data Generation.</a:t>
            </a:r>
            <a:endParaRPr/>
          </a:p>
        </p:txBody>
      </p:sp>
      <p:sp>
        <p:nvSpPr>
          <p:cNvPr id="577" name="Google Shape;577;p55"/>
          <p:cNvSpPr txBox="1"/>
          <p:nvPr>
            <p:ph idx="2" type="title"/>
          </p:nvPr>
        </p:nvSpPr>
        <p:spPr>
          <a:xfrm>
            <a:off x="1959250" y="1854500"/>
            <a:ext cx="11898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cxnSp>
        <p:nvCxnSpPr>
          <p:cNvPr id="578" name="Google Shape;578;p55"/>
          <p:cNvCxnSpPr/>
          <p:nvPr/>
        </p:nvCxnSpPr>
        <p:spPr>
          <a:xfrm flipH="1" rot="10800000">
            <a:off x="1600600" y="2910566"/>
            <a:ext cx="5942700" cy="66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oval"/>
          </a:ln>
        </p:spPr>
      </p:cxnSp>
      <p:cxnSp>
        <p:nvCxnSpPr>
          <p:cNvPr id="579" name="Google Shape;579;p55"/>
          <p:cNvCxnSpPr/>
          <p:nvPr/>
        </p:nvCxnSpPr>
        <p:spPr>
          <a:xfrm flipH="1" rot="10800000">
            <a:off x="1600600" y="1714341"/>
            <a:ext cx="5942700" cy="66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580" name="Google Shape;580;p55"/>
          <p:cNvSpPr/>
          <p:nvPr/>
        </p:nvSpPr>
        <p:spPr>
          <a:xfrm>
            <a:off x="3244800" y="2217963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55"/>
          <p:cNvSpPr/>
          <p:nvPr/>
        </p:nvSpPr>
        <p:spPr>
          <a:xfrm>
            <a:off x="7280500" y="2217963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56"/>
          <p:cNvSpPr/>
          <p:nvPr/>
        </p:nvSpPr>
        <p:spPr>
          <a:xfrm>
            <a:off x="3635650" y="1649698"/>
            <a:ext cx="5300738" cy="2428373"/>
          </a:xfrm>
          <a:custGeom>
            <a:rect b="b" l="l" r="r" t="t"/>
            <a:pathLst>
              <a:path extrusionOk="0" h="4856745" w="10601475">
                <a:moveTo>
                  <a:pt x="0" y="0"/>
                </a:moveTo>
                <a:lnTo>
                  <a:pt x="10601475" y="0"/>
                </a:lnTo>
                <a:lnTo>
                  <a:pt x="10601475" y="4856745"/>
                </a:lnTo>
                <a:lnTo>
                  <a:pt x="0" y="48567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620" r="-620" t="0"/>
            </a:stretch>
          </a:blipFill>
          <a:ln>
            <a:noFill/>
          </a:ln>
        </p:spPr>
      </p:sp>
      <p:sp>
        <p:nvSpPr>
          <p:cNvPr id="587" name="Google Shape;587;p56"/>
          <p:cNvSpPr txBox="1"/>
          <p:nvPr/>
        </p:nvSpPr>
        <p:spPr>
          <a:xfrm>
            <a:off x="344975" y="1853550"/>
            <a:ext cx="2844000" cy="11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0A1218"/>
                </a:solidFill>
                <a:latin typeface="DM Sans"/>
                <a:ea typeface="DM Sans"/>
                <a:cs typeface="DM Sans"/>
                <a:sym typeface="DM Sans"/>
              </a:rPr>
              <a:t>CTGAN is essential for </a:t>
            </a:r>
            <a:r>
              <a:rPr b="1" i="0" lang="en" sz="1100" u="none" cap="none" strike="noStrike">
                <a:solidFill>
                  <a:srgbClr val="0A1218"/>
                </a:solidFill>
                <a:latin typeface="DM Sans"/>
                <a:ea typeface="DM Sans"/>
                <a:cs typeface="DM Sans"/>
                <a:sym typeface="DM Sans"/>
              </a:rPr>
              <a:t>synthetic HRV signal generation</a:t>
            </a:r>
            <a:r>
              <a:rPr b="0" i="0" lang="en" sz="1100" u="none" cap="none" strike="noStrike">
                <a:solidFill>
                  <a:srgbClr val="0A1218"/>
                </a:solidFill>
                <a:latin typeface="DM Sans"/>
                <a:ea typeface="DM Sans"/>
                <a:cs typeface="DM Sans"/>
                <a:sym typeface="DM Sans"/>
              </a:rPr>
              <a:t>, effectively handling mixed-type data and imbalances while preserving the critical </a:t>
            </a:r>
            <a:r>
              <a:rPr b="1" i="0" lang="en" sz="1100" u="none" cap="none" strike="noStrike">
                <a:solidFill>
                  <a:srgbClr val="0A1218"/>
                </a:solidFill>
                <a:latin typeface="DM Sans"/>
                <a:ea typeface="DM Sans"/>
                <a:cs typeface="DM Sans"/>
                <a:sym typeface="DM Sans"/>
              </a:rPr>
              <a:t>stress-related patterns</a:t>
            </a:r>
            <a:r>
              <a:rPr b="0" i="0" lang="en" sz="1100" u="none" cap="none" strike="noStrike">
                <a:solidFill>
                  <a:srgbClr val="0A1218"/>
                </a:solidFill>
                <a:latin typeface="DM Sans"/>
                <a:ea typeface="DM Sans"/>
                <a:cs typeface="DM Sans"/>
                <a:sym typeface="DM Sans"/>
              </a:rPr>
              <a:t> inherent in HRV metrics.</a:t>
            </a:r>
            <a:endParaRPr sz="700"/>
          </a:p>
        </p:txBody>
      </p:sp>
      <p:sp>
        <p:nvSpPr>
          <p:cNvPr id="588" name="Google Shape;588;p56"/>
          <p:cNvSpPr txBox="1"/>
          <p:nvPr/>
        </p:nvSpPr>
        <p:spPr>
          <a:xfrm>
            <a:off x="3188975" y="266550"/>
            <a:ext cx="2154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A1218"/>
                </a:solidFill>
                <a:latin typeface="Quicksand"/>
                <a:ea typeface="Quicksand"/>
                <a:cs typeface="Quicksand"/>
                <a:sym typeface="Quicksand"/>
              </a:rPr>
              <a:t>CTGAN </a:t>
            </a:r>
            <a:endParaRPr b="1" sz="70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57"/>
          <p:cNvSpPr/>
          <p:nvPr/>
        </p:nvSpPr>
        <p:spPr>
          <a:xfrm>
            <a:off x="4495800" y="914099"/>
            <a:ext cx="4510097" cy="3596802"/>
          </a:xfrm>
          <a:custGeom>
            <a:rect b="b" l="l" r="r" t="t"/>
            <a:pathLst>
              <a:path extrusionOk="0" h="7193604" w="9020193">
                <a:moveTo>
                  <a:pt x="0" y="0"/>
                </a:moveTo>
                <a:lnTo>
                  <a:pt x="9020193" y="0"/>
                </a:lnTo>
                <a:lnTo>
                  <a:pt x="9020193" y="7193604"/>
                </a:lnTo>
                <a:lnTo>
                  <a:pt x="0" y="71936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94" name="Google Shape;594;p57"/>
          <p:cNvSpPr txBox="1"/>
          <p:nvPr/>
        </p:nvSpPr>
        <p:spPr>
          <a:xfrm>
            <a:off x="562375" y="74675"/>
            <a:ext cx="8278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4000" u="none" cap="none" strike="noStrike">
                <a:solidFill>
                  <a:srgbClr val="0A1218"/>
                </a:solidFill>
                <a:latin typeface="Quicksand"/>
                <a:ea typeface="Quicksand"/>
                <a:cs typeface="Quicksand"/>
                <a:sym typeface="Quicksand"/>
              </a:rPr>
              <a:t>Synthetic vs Real</a:t>
            </a:r>
            <a:r>
              <a:rPr b="1" lang="en" sz="4000">
                <a:solidFill>
                  <a:srgbClr val="0A1218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r>
              <a:rPr b="1" i="0" lang="en" sz="4000" u="none" cap="none" strike="noStrike">
                <a:solidFill>
                  <a:srgbClr val="0A1218"/>
                </a:solidFill>
                <a:latin typeface="Quicksand"/>
                <a:ea typeface="Quicksand"/>
                <a:cs typeface="Quicksand"/>
                <a:sym typeface="Quicksand"/>
              </a:rPr>
              <a:t>Comparison</a:t>
            </a:r>
            <a:endParaRPr b="1" sz="700"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595" name="Google Shape;595;p57"/>
          <p:cNvSpPr txBox="1"/>
          <p:nvPr/>
        </p:nvSpPr>
        <p:spPr>
          <a:xfrm>
            <a:off x="264075" y="1095525"/>
            <a:ext cx="3786300" cy="21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300">
                <a:solidFill>
                  <a:srgbClr val="0A1218"/>
                </a:solidFill>
                <a:latin typeface="DM Sans"/>
                <a:ea typeface="DM Sans"/>
                <a:cs typeface="DM Sans"/>
                <a:sym typeface="DM Sans"/>
              </a:rPr>
              <a:t>This section highlights the </a:t>
            </a:r>
            <a:r>
              <a:rPr b="1" lang="en" sz="1300">
                <a:solidFill>
                  <a:srgbClr val="0A1218"/>
                </a:solidFill>
                <a:latin typeface="DM Sans"/>
                <a:ea typeface="DM Sans"/>
                <a:cs typeface="DM Sans"/>
                <a:sym typeface="DM Sans"/>
              </a:rPr>
              <a:t>similarities between synthetic and real HRV data</a:t>
            </a:r>
            <a:r>
              <a:rPr lang="en" sz="1300">
                <a:solidFill>
                  <a:srgbClr val="0A1218"/>
                </a:solidFill>
                <a:latin typeface="DM Sans"/>
                <a:ea typeface="DM Sans"/>
                <a:cs typeface="DM Sans"/>
                <a:sym typeface="DM Sans"/>
              </a:rPr>
              <a:t>, demonstrating that our CTGAN-generated sequences effectively replicate the characteristics of genuine human heart rate variability.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58"/>
          <p:cNvSpPr txBox="1"/>
          <p:nvPr/>
        </p:nvSpPr>
        <p:spPr>
          <a:xfrm>
            <a:off x="725450" y="763825"/>
            <a:ext cx="7293300" cy="8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0A1218"/>
                </a:solidFill>
                <a:latin typeface="DM Sans"/>
                <a:ea typeface="DM Sans"/>
                <a:cs typeface="DM Sans"/>
                <a:sym typeface="DM Sans"/>
              </a:rPr>
              <a:t>The </a:t>
            </a:r>
            <a:r>
              <a:rPr b="1" i="0" lang="en" sz="1500" u="none" cap="none" strike="noStrike">
                <a:solidFill>
                  <a:srgbClr val="0A1218"/>
                </a:solidFill>
                <a:latin typeface="DM Sans"/>
                <a:ea typeface="DM Sans"/>
                <a:cs typeface="DM Sans"/>
                <a:sym typeface="DM Sans"/>
              </a:rPr>
              <a:t>CTGAN approach effectively preserved</a:t>
            </a:r>
            <a:r>
              <a:rPr b="0" i="0" lang="en" sz="1500" u="none" cap="none" strike="noStrike">
                <a:solidFill>
                  <a:srgbClr val="0A1218"/>
                </a:solidFill>
                <a:latin typeface="DM Sans"/>
                <a:ea typeface="DM Sans"/>
                <a:cs typeface="DM Sans"/>
                <a:sym typeface="DM Sans"/>
              </a:rPr>
              <a:t> HRV stress patterns, validating the </a:t>
            </a:r>
            <a:r>
              <a:rPr b="1" i="0" lang="en" sz="1500" u="none" cap="none" strike="noStrike">
                <a:solidFill>
                  <a:srgbClr val="0A1218"/>
                </a:solidFill>
                <a:latin typeface="DM Sans"/>
                <a:ea typeface="DM Sans"/>
                <a:cs typeface="DM Sans"/>
                <a:sym typeface="DM Sans"/>
              </a:rPr>
              <a:t>high-quality synthetic data</a:t>
            </a:r>
            <a:r>
              <a:rPr b="0" i="0" lang="en" sz="1500" u="none" cap="none" strike="noStrike">
                <a:solidFill>
                  <a:srgbClr val="0A1218"/>
                </a:solidFill>
                <a:latin typeface="DM Sans"/>
                <a:ea typeface="DM Sans"/>
                <a:cs typeface="DM Sans"/>
                <a:sym typeface="DM Sans"/>
              </a:rPr>
              <a:t> generated, which enables privacy-preserving modeling and scalable augmentation for future research.</a:t>
            </a:r>
            <a:endParaRPr sz="1100"/>
          </a:p>
        </p:txBody>
      </p:sp>
      <p:pic>
        <p:nvPicPr>
          <p:cNvPr id="601" name="Google Shape;601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8687" y="2440400"/>
            <a:ext cx="4748774" cy="1557625"/>
          </a:xfrm>
          <a:prstGeom prst="rect">
            <a:avLst/>
          </a:prstGeom>
          <a:noFill/>
          <a:ln>
            <a:noFill/>
          </a:ln>
        </p:spPr>
      </p:pic>
      <p:sp>
        <p:nvSpPr>
          <p:cNvPr id="602" name="Google Shape;602;p58"/>
          <p:cNvSpPr txBox="1"/>
          <p:nvPr/>
        </p:nvSpPr>
        <p:spPr>
          <a:xfrm>
            <a:off x="488763" y="337225"/>
            <a:ext cx="6948600" cy="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/>
          </a:p>
        </p:txBody>
      </p:sp>
      <p:sp>
        <p:nvSpPr>
          <p:cNvPr id="603" name="Google Shape;603;p58"/>
          <p:cNvSpPr txBox="1"/>
          <p:nvPr/>
        </p:nvSpPr>
        <p:spPr>
          <a:xfrm>
            <a:off x="351350" y="4172625"/>
            <a:ext cx="7667400" cy="8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“Training loss trends showing stable adversarial convergence — embedder stabilizes early, while generator and discriminator maintain balanced learning.”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59"/>
          <p:cNvSpPr txBox="1"/>
          <p:nvPr>
            <p:ph type="title"/>
          </p:nvPr>
        </p:nvSpPr>
        <p:spPr>
          <a:xfrm>
            <a:off x="3579950" y="1854500"/>
            <a:ext cx="36048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sp>
        <p:nvSpPr>
          <p:cNvPr id="609" name="Google Shape;609;p59"/>
          <p:cNvSpPr txBox="1"/>
          <p:nvPr>
            <p:ph idx="1" type="subTitle"/>
          </p:nvPr>
        </p:nvSpPr>
        <p:spPr>
          <a:xfrm>
            <a:off x="1959250" y="2939075"/>
            <a:ext cx="5225400" cy="4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Our findings!</a:t>
            </a:r>
            <a:endParaRPr/>
          </a:p>
        </p:txBody>
      </p:sp>
      <p:sp>
        <p:nvSpPr>
          <p:cNvPr id="610" name="Google Shape;610;p59"/>
          <p:cNvSpPr txBox="1"/>
          <p:nvPr>
            <p:ph idx="2" type="title"/>
          </p:nvPr>
        </p:nvSpPr>
        <p:spPr>
          <a:xfrm>
            <a:off x="1959250" y="1854500"/>
            <a:ext cx="11898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cxnSp>
        <p:nvCxnSpPr>
          <p:cNvPr id="611" name="Google Shape;611;p59"/>
          <p:cNvCxnSpPr/>
          <p:nvPr/>
        </p:nvCxnSpPr>
        <p:spPr>
          <a:xfrm flipH="1" rot="10800000">
            <a:off x="1600600" y="2910566"/>
            <a:ext cx="5942700" cy="66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oval"/>
          </a:ln>
        </p:spPr>
      </p:cxnSp>
      <p:cxnSp>
        <p:nvCxnSpPr>
          <p:cNvPr id="612" name="Google Shape;612;p59"/>
          <p:cNvCxnSpPr/>
          <p:nvPr/>
        </p:nvCxnSpPr>
        <p:spPr>
          <a:xfrm flipH="1" rot="10800000">
            <a:off x="1600600" y="1714341"/>
            <a:ext cx="5942700" cy="66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613" name="Google Shape;613;p59"/>
          <p:cNvSpPr/>
          <p:nvPr/>
        </p:nvSpPr>
        <p:spPr>
          <a:xfrm>
            <a:off x="3244800" y="2217963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59"/>
          <p:cNvSpPr/>
          <p:nvPr/>
        </p:nvSpPr>
        <p:spPr>
          <a:xfrm>
            <a:off x="7280500" y="2217963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60"/>
          <p:cNvSpPr/>
          <p:nvPr/>
        </p:nvSpPr>
        <p:spPr>
          <a:xfrm>
            <a:off x="0" y="0"/>
            <a:ext cx="5367300" cy="5143500"/>
          </a:xfrm>
          <a:prstGeom prst="rect">
            <a:avLst/>
          </a:prstGeom>
          <a:solidFill>
            <a:srgbClr val="244257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60"/>
          <p:cNvSpPr/>
          <p:nvPr/>
        </p:nvSpPr>
        <p:spPr>
          <a:xfrm>
            <a:off x="251300" y="1703975"/>
            <a:ext cx="4810677" cy="2917639"/>
          </a:xfrm>
          <a:custGeom>
            <a:rect b="b" l="l" r="r" t="t"/>
            <a:pathLst>
              <a:path extrusionOk="0" h="5074154" w="14468203">
                <a:moveTo>
                  <a:pt x="0" y="0"/>
                </a:moveTo>
                <a:lnTo>
                  <a:pt x="14468203" y="0"/>
                </a:lnTo>
                <a:lnTo>
                  <a:pt x="14468203" y="5074154"/>
                </a:lnTo>
                <a:lnTo>
                  <a:pt x="0" y="50741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935" l="0" r="0" t="0"/>
            </a:stretch>
          </a:blipFill>
          <a:ln>
            <a:noFill/>
          </a:ln>
        </p:spPr>
      </p:sp>
      <p:sp>
        <p:nvSpPr>
          <p:cNvPr id="621" name="Google Shape;621;p60"/>
          <p:cNvSpPr txBox="1"/>
          <p:nvPr/>
        </p:nvSpPr>
        <p:spPr>
          <a:xfrm>
            <a:off x="333375" y="366713"/>
            <a:ext cx="4881563" cy="5746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4000" u="none" cap="none" strike="noStrike">
                <a:solidFill>
                  <a:srgbClr val="F2F7FA"/>
                </a:solidFill>
                <a:latin typeface="Geo"/>
                <a:ea typeface="Geo"/>
                <a:cs typeface="Geo"/>
                <a:sym typeface="Geo"/>
              </a:rPr>
              <a:t>Evaluation Metrics</a:t>
            </a:r>
            <a:endParaRPr sz="700"/>
          </a:p>
        </p:txBody>
      </p:sp>
      <p:sp>
        <p:nvSpPr>
          <p:cNvPr id="622" name="Google Shape;622;p60"/>
          <p:cNvSpPr txBox="1"/>
          <p:nvPr/>
        </p:nvSpPr>
        <p:spPr>
          <a:xfrm>
            <a:off x="333375" y="2102644"/>
            <a:ext cx="2004975" cy="107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623" name="Google Shape;623;p60"/>
          <p:cNvSpPr txBox="1"/>
          <p:nvPr/>
        </p:nvSpPr>
        <p:spPr>
          <a:xfrm>
            <a:off x="333375" y="3003293"/>
            <a:ext cx="2004975" cy="107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624" name="Google Shape;624;p60"/>
          <p:cNvSpPr txBox="1"/>
          <p:nvPr/>
        </p:nvSpPr>
        <p:spPr>
          <a:xfrm>
            <a:off x="333375" y="3893344"/>
            <a:ext cx="2004975" cy="107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625" name="Google Shape;625;p60"/>
          <p:cNvSpPr txBox="1"/>
          <p:nvPr/>
        </p:nvSpPr>
        <p:spPr>
          <a:xfrm>
            <a:off x="6272971" y="1925903"/>
            <a:ext cx="7332600" cy="25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26" name="Google Shape;626;p60"/>
          <p:cNvGraphicFramePr/>
          <p:nvPr/>
        </p:nvGraphicFramePr>
        <p:xfrm>
          <a:off x="5562350" y="17961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{B4650BED-B5E8-4C86-9DB6-6D271FE8E1A3}</a:tableStyleId>
              </a:tblPr>
              <a:tblGrid>
                <a:gridCol w="2252450"/>
                <a:gridCol w="708525"/>
                <a:gridCol w="666225"/>
              </a:tblGrid>
              <a:tr h="681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Model 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F1-Score</a:t>
                      </a:r>
                      <a:endParaRPr b="1" sz="16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417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Random Forest  (Synthetic)</a:t>
                      </a:r>
                      <a:endParaRPr sz="16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0.877</a:t>
                      </a:r>
                      <a:endParaRPr sz="16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0.878</a:t>
                      </a:r>
                      <a:endParaRPr sz="16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417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MLP (Synthetic)</a:t>
                      </a:r>
                      <a:endParaRPr sz="16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0.918</a:t>
                      </a:r>
                      <a:endParaRPr sz="16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0.918</a:t>
                      </a:r>
                      <a:endParaRPr sz="16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417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Random Forest (Real -   Baseline)</a:t>
                      </a:r>
                      <a:endParaRPr sz="16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0.966</a:t>
                      </a:r>
                      <a:endParaRPr sz="16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0.966</a:t>
                      </a:r>
                      <a:endParaRPr sz="16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627" name="Google Shape;627;p60"/>
          <p:cNvSpPr txBox="1"/>
          <p:nvPr/>
        </p:nvSpPr>
        <p:spPr>
          <a:xfrm>
            <a:off x="7224450" y="1752200"/>
            <a:ext cx="14403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DM Sans Black"/>
                <a:ea typeface="DM Sans Black"/>
                <a:cs typeface="DM Sans Black"/>
                <a:sym typeface="DM Sans Black"/>
              </a:rPr>
              <a:t>Accuracy</a:t>
            </a:r>
            <a:endParaRPr sz="1600">
              <a:solidFill>
                <a:schemeClr val="dk1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pic>
        <p:nvPicPr>
          <p:cNvPr id="628" name="Google Shape;628;p60" title="confusion_matrices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14012" y="1703975"/>
            <a:ext cx="5576351" cy="2917650"/>
          </a:xfrm>
          <a:prstGeom prst="rect">
            <a:avLst/>
          </a:prstGeom>
          <a:solidFill>
            <a:srgbClr val="244257"/>
          </a:solidFill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3" name="Google Shape;633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5425" y="458625"/>
            <a:ext cx="3283475" cy="2622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634" name="Google Shape;634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67475" y="458625"/>
            <a:ext cx="3343851" cy="2671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35" name="Google Shape;635;p6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79158" y="2232150"/>
            <a:ext cx="3130966" cy="2500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62"/>
          <p:cNvSpPr txBox="1"/>
          <p:nvPr>
            <p:ph type="title"/>
          </p:nvPr>
        </p:nvSpPr>
        <p:spPr>
          <a:xfrm>
            <a:off x="3579950" y="1854500"/>
            <a:ext cx="36048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</a:t>
            </a:r>
            <a:endParaRPr/>
          </a:p>
        </p:txBody>
      </p:sp>
      <p:sp>
        <p:nvSpPr>
          <p:cNvPr id="641" name="Google Shape;641;p62"/>
          <p:cNvSpPr txBox="1"/>
          <p:nvPr>
            <p:ph idx="1" type="subTitle"/>
          </p:nvPr>
        </p:nvSpPr>
        <p:spPr>
          <a:xfrm>
            <a:off x="1959250" y="2939075"/>
            <a:ext cx="5225400" cy="4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A brief showcase of our work.</a:t>
            </a:r>
            <a:endParaRPr/>
          </a:p>
        </p:txBody>
      </p:sp>
      <p:sp>
        <p:nvSpPr>
          <p:cNvPr id="642" name="Google Shape;642;p62"/>
          <p:cNvSpPr txBox="1"/>
          <p:nvPr>
            <p:ph idx="2" type="title"/>
          </p:nvPr>
        </p:nvSpPr>
        <p:spPr>
          <a:xfrm>
            <a:off x="1959250" y="1854500"/>
            <a:ext cx="11898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</a:t>
            </a:r>
            <a:r>
              <a:rPr lang="en"/>
              <a:t>5</a:t>
            </a:r>
            <a:endParaRPr/>
          </a:p>
        </p:txBody>
      </p:sp>
      <p:cxnSp>
        <p:nvCxnSpPr>
          <p:cNvPr id="643" name="Google Shape;643;p62"/>
          <p:cNvCxnSpPr/>
          <p:nvPr/>
        </p:nvCxnSpPr>
        <p:spPr>
          <a:xfrm flipH="1" rot="10800000">
            <a:off x="1600600" y="2910566"/>
            <a:ext cx="5942700" cy="66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oval"/>
          </a:ln>
        </p:spPr>
      </p:cxnSp>
      <p:cxnSp>
        <p:nvCxnSpPr>
          <p:cNvPr id="644" name="Google Shape;644;p62"/>
          <p:cNvCxnSpPr/>
          <p:nvPr/>
        </p:nvCxnSpPr>
        <p:spPr>
          <a:xfrm flipH="1" rot="10800000">
            <a:off x="1600600" y="1714341"/>
            <a:ext cx="5942700" cy="66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645" name="Google Shape;645;p62"/>
          <p:cNvSpPr/>
          <p:nvPr/>
        </p:nvSpPr>
        <p:spPr>
          <a:xfrm>
            <a:off x="3244800" y="2217963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62"/>
          <p:cNvSpPr/>
          <p:nvPr/>
        </p:nvSpPr>
        <p:spPr>
          <a:xfrm>
            <a:off x="7280500" y="2217963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1" name="Google Shape;651;p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3075" y="1156749"/>
            <a:ext cx="7777851" cy="3621701"/>
          </a:xfrm>
          <a:prstGeom prst="rect">
            <a:avLst/>
          </a:prstGeom>
          <a:noFill/>
          <a:ln>
            <a:noFill/>
          </a:ln>
        </p:spPr>
      </p:pic>
      <p:sp>
        <p:nvSpPr>
          <p:cNvPr id="652" name="Google Shape;652;p63"/>
          <p:cNvSpPr txBox="1"/>
          <p:nvPr/>
        </p:nvSpPr>
        <p:spPr>
          <a:xfrm>
            <a:off x="1856025" y="371950"/>
            <a:ext cx="61257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MULTI MODEL DASHBOARD</a:t>
            </a:r>
            <a:endParaRPr sz="10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6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06</a:t>
            </a:r>
            <a:r>
              <a:rPr lang="en"/>
              <a:t> Conclusion</a:t>
            </a:r>
            <a:endParaRPr/>
          </a:p>
        </p:txBody>
      </p:sp>
      <p:sp>
        <p:nvSpPr>
          <p:cNvPr id="658" name="Google Shape;658;p64"/>
          <p:cNvSpPr txBox="1"/>
          <p:nvPr/>
        </p:nvSpPr>
        <p:spPr>
          <a:xfrm>
            <a:off x="720125" y="1397075"/>
            <a:ext cx="7704000" cy="26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</a:pPr>
            <a:r>
              <a:rPr lang="en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We addressed the challenge of </a:t>
            </a:r>
            <a:r>
              <a:rPr b="1" lang="en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limited </a:t>
            </a:r>
            <a:r>
              <a:rPr lang="en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and </a:t>
            </a:r>
            <a:r>
              <a:rPr b="1" lang="en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privacy-sensitive</a:t>
            </a:r>
            <a:r>
              <a:rPr lang="en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real-world datasets by exploring synthetic data generation.</a:t>
            </a:r>
            <a:endParaRPr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</a:pPr>
            <a:r>
              <a:rPr lang="en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Implemented a </a:t>
            </a:r>
            <a:r>
              <a:rPr b="1" lang="en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GAN-based framework</a:t>
            </a:r>
            <a:r>
              <a:rPr lang="en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to generate </a:t>
            </a:r>
            <a:r>
              <a:rPr b="1" lang="en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realistic multimodal time-series</a:t>
            </a:r>
            <a:r>
              <a:rPr lang="en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data (EDA, HRV, TEMP, ACC).</a:t>
            </a:r>
            <a:endParaRPr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</a:pPr>
            <a:r>
              <a:rPr lang="en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Achieved stable training, </a:t>
            </a:r>
            <a:r>
              <a:rPr b="1" lang="en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improved temporal consistency</a:t>
            </a:r>
            <a:r>
              <a:rPr lang="en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, and maintained </a:t>
            </a:r>
            <a:r>
              <a:rPr b="1" lang="en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cross-modal correlations</a:t>
            </a:r>
            <a:r>
              <a:rPr lang="en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.</a:t>
            </a:r>
            <a:endParaRPr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</a:pPr>
            <a:r>
              <a:rPr lang="en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Validated the generated data using </a:t>
            </a:r>
            <a:r>
              <a:rPr b="1" lang="en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downstream classification tasks</a:t>
            </a:r>
            <a:r>
              <a:rPr lang="en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, showing its usefulness and quality.</a:t>
            </a:r>
            <a:endParaRPr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</a:pPr>
            <a:r>
              <a:rPr lang="en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Demonstrated that synthetic data can serve as a scalable, </a:t>
            </a:r>
            <a:r>
              <a:rPr b="1" lang="en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privacy-safe alternative</a:t>
            </a:r>
            <a:r>
              <a:rPr lang="en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for real-world physiological data modeling.</a:t>
            </a:r>
            <a:endParaRPr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65"/>
          <p:cNvSpPr txBox="1"/>
          <p:nvPr>
            <p:ph idx="4294967295" type="title"/>
          </p:nvPr>
        </p:nvSpPr>
        <p:spPr>
          <a:xfrm>
            <a:off x="2454299" y="2155950"/>
            <a:ext cx="4235400" cy="83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Elegant Bachelor Thesis by Slidesgo">
  <a:themeElements>
    <a:clrScheme name="Simple Light">
      <a:dk1>
        <a:srgbClr val="5C5C5F"/>
      </a:dk1>
      <a:lt1>
        <a:srgbClr val="D8CEC9"/>
      </a:lt1>
      <a:dk2>
        <a:srgbClr val="927C71"/>
      </a:dk2>
      <a:lt2>
        <a:srgbClr val="FAFAFA"/>
      </a:lt2>
      <a:accent1>
        <a:srgbClr val="C99A7D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3333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